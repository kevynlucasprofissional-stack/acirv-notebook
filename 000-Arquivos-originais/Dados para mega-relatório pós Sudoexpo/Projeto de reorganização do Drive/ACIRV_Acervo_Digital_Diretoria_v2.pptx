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1A2DCB-5AB6-43C6-887D-DB2CC40787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993647-5999-41B4-B2EC-19299C8E16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600CB8-C904-4BF4-8F9F-79379174E8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B5A731-BF24-46D0-B30F-C034DF90F2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3E4017-7075-4741-998F-BFFC86EDEE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447EB6-3B65-4249-99CC-5C02925B43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E50538-BF1E-40DC-B587-F368CB8135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F42219-C08C-43F7-A144-4564214F35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70D686-DC6C-4F79-8254-3C139A93BA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B9169E-6778-4189-B32D-DD6454BE0B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AC265B-E67B-4A87-B0B9-2A4427BE61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reunião_corporativa_com_fluxo_de_aprovação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Box 2"/>
          <p:cNvSpPr/>
          <p:nvPr/>
        </p:nvSpPr>
        <p:spPr>
          <a:xfrm>
            <a:off x="640080" y="502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PATRIMÔNIO DIGITAL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640080" y="868680"/>
            <a:ext cx="438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Acervo digital da ACIRV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640080" y="169164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Uma proposta de organização segura,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sem dar passos no escuro.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40080" y="283464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Apresentação para decisão conjunta da diretoria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640080" y="59893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Auditar primeiro. Decidir depois.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 txBox="1"/>
          <p:nvPr/>
        </p:nvSpPr>
        <p:spPr>
          <a:xfrm>
            <a:off x="0" y="1080000"/>
            <a:ext cx="12184920" cy="685764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algn="ctr"/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♥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7948440" y="1620000"/>
            <a:ext cx="39315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Hoje, encontrar depende mais da memória das pessoas do que da lógica das pastas.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40000" y="7200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IDENTIFICAÇÃO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540000" y="1012680"/>
            <a:ext cx="38401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Onde está o arquivo?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540000" y="1517400"/>
            <a:ext cx="4023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As melhores fotos da SudoExpo?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540000" y="1869840"/>
            <a:ext cx="4023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A versão oficial da logo?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540000" y="2221920"/>
            <a:ext cx="4023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As fotos do Fórum de IA?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540000" y="2520000"/>
            <a:ext cx="4023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O relatório mais recente?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do_caos_à_organização_documental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Box 2"/>
          <p:cNvSpPr/>
          <p:nvPr/>
        </p:nvSpPr>
        <p:spPr>
          <a:xfrm>
            <a:off x="640080" y="5486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O PROBLEMA REAL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640080" y="86868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é só bagunça.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640080" y="1554480"/>
            <a:ext cx="44802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conhecimento de onde tudo está ficou espalhado entre pessoas, máquinas, meses, backups e hábitos de trabalho.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5694120" y="1010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isso desacelera o trabalho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5694120" y="139500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aumenta cópias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5694120" y="177912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enfraquece a memória institucional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1" descr="do_caos_à_organização_documental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2"/>
          <p:cNvSpPr/>
          <p:nvPr/>
        </p:nvSpPr>
        <p:spPr>
          <a:xfrm>
            <a:off x="562680" y="563040"/>
            <a:ext cx="13849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CUSTO INVISÍVEL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562680" y="883080"/>
            <a:ext cx="4837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Cada improviso resolve o dia.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piora o sistema.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593640" y="1704960"/>
            <a:ext cx="34743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Procurar &gt; perguntar &gt; abrir várias pastas &gt; escolher entre versões &gt;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copiar de novo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7086600" y="29991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7086600" y="3529440"/>
            <a:ext cx="3474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7086600" y="40600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7086600" y="4590360"/>
            <a:ext cx="3474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9"/>
          <p:cNvSpPr/>
          <p:nvPr/>
        </p:nvSpPr>
        <p:spPr>
          <a:xfrm>
            <a:off x="565560" y="2691720"/>
            <a:ext cx="3034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Resultado: o acervo cresce, mas a encontrabilidade cai.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" descr="investigação_e_organização_de_ideias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2"/>
          <p:cNvSpPr/>
          <p:nvPr/>
        </p:nvSpPr>
        <p:spPr>
          <a:xfrm>
            <a:off x="7315200" y="5943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HISTÓRIA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7315200" y="914400"/>
            <a:ext cx="3657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Isso começou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numa busca real.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7315200" y="18608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Procurei um material específico.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7315200" y="22467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Encontrei várias cópias em lugares diferentes.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7315200" y="288432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Percebi que o problema era estrutural.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7315200" y="33372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A solução deixou de ser “arrumar pastas”.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7315200" y="4017240"/>
            <a:ext cx="3840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Passou a ser governar o patrimônio digital.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fluxo_seguro_de_documentos_digitais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2"/>
          <p:cNvSpPr/>
          <p:nvPr/>
        </p:nvSpPr>
        <p:spPr>
          <a:xfrm>
            <a:off x="640080" y="5486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PRINCÍPIO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640080" y="796680"/>
            <a:ext cx="5119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pergunta que organiza tudo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640080" y="1259640"/>
            <a:ext cx="32000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“O que é isso?”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640080" y="180432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logo → marca e identidade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640080" y="2171160"/>
            <a:ext cx="4205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foto de evento → projetos e eventos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640080" y="250200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foto boa para reutilizar → banco de mídia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640080" y="283320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relatório → dados e relatórios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" descr="reunião_corporativa_com_fluxo_de_aprovação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2"/>
          <p:cNvSpPr/>
          <p:nvPr/>
        </p:nvSpPr>
        <p:spPr>
          <a:xfrm>
            <a:off x="640080" y="5943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CONTEÚDO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640080" y="91440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Dois lugares.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Duas funções.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685800" y="2148840"/>
            <a:ext cx="196560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DRIVE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trabalho atual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encontrar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compartilhar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produzir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reutilizar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5"/>
          <p:cNvSpPr/>
          <p:nvPr/>
        </p:nvSpPr>
        <p:spPr>
          <a:xfrm>
            <a:off x="2926080" y="2148840"/>
            <a:ext cx="196560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HD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arquivo mestre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brutos pesados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histórico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backups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quarentena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640080" y="5532120"/>
            <a:ext cx="4388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Drive deixa de competir com o HD.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Cada um passa a ter um papel claro.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" descr="fluxo_seguro_de_documentos_digitais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Box 2"/>
          <p:cNvSpPr/>
          <p:nvPr/>
        </p:nvSpPr>
        <p:spPr>
          <a:xfrm>
            <a:off x="731520" y="5029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COMO VAMOS FAZER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731520" y="796680"/>
            <a:ext cx="40230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sistema não adivinha.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731520" y="1285920"/>
            <a:ext cx="610848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Ele lê, comprova, agrupa e pergunta.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731520" y="178380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auditoria forense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731520" y="205992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hash de cada arquivo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731520" y="233604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detecção de duplicatas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731520" y="261180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revisão humana só nos casos ambíguos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731520" y="288792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plano assinado antes de executar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" descr="reunião_corporativa_com_fluxo_de_aprovação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2"/>
          <p:cNvSpPr/>
          <p:nvPr/>
        </p:nvSpPr>
        <p:spPr>
          <a:xfrm>
            <a:off x="640080" y="5943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IMPORTANTE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640080" y="914400"/>
            <a:ext cx="4205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não vamos fazer hoje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640080" y="192024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mover milhares de arquivos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640080" y="23958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apagar duplicatas automaticamente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640080" y="28713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decidir no escuro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640080" y="33465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tratar dúvida como certeza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640080" y="51206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Hoje a decisão é menor e mais segura: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640080" y="544068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autorizar apenas a auditoria.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" descr="reunião_corporativa_com_fluxo_de_aprovação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Box 2"/>
          <p:cNvSpPr/>
          <p:nvPr/>
        </p:nvSpPr>
        <p:spPr>
          <a:xfrm>
            <a:off x="640080" y="5943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DECISÃO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640080" y="868680"/>
            <a:ext cx="4205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proposta para a diretoria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Oval 4"/>
          <p:cNvSpPr/>
          <p:nvPr/>
        </p:nvSpPr>
        <p:spPr>
          <a:xfrm>
            <a:off x="868680" y="1965960"/>
            <a:ext cx="502560" cy="50256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777240" y="2679120"/>
            <a:ext cx="914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Autorizar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Auditoria Segura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hevron 6"/>
          <p:cNvSpPr/>
          <p:nvPr/>
        </p:nvSpPr>
        <p:spPr>
          <a:xfrm>
            <a:off x="1527120" y="2130480"/>
            <a:ext cx="365400" cy="164160"/>
          </a:xfrm>
          <a:prstGeom prst="chevron">
            <a:avLst>
              <a:gd name="adj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Oval 7"/>
          <p:cNvSpPr/>
          <p:nvPr/>
        </p:nvSpPr>
        <p:spPr>
          <a:xfrm>
            <a:off x="2194560" y="1965960"/>
            <a:ext cx="502560" cy="50256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2103120" y="2679120"/>
            <a:ext cx="11368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Receber Diagnóstico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hevron 9"/>
          <p:cNvSpPr/>
          <p:nvPr/>
        </p:nvSpPr>
        <p:spPr>
          <a:xfrm>
            <a:off x="2853000" y="2130480"/>
            <a:ext cx="365400" cy="164160"/>
          </a:xfrm>
          <a:prstGeom prst="chevron">
            <a:avLst>
              <a:gd name="adj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Oval 10"/>
          <p:cNvSpPr/>
          <p:nvPr/>
        </p:nvSpPr>
        <p:spPr>
          <a:xfrm>
            <a:off x="3520440" y="1965960"/>
            <a:ext cx="502560" cy="50256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1"/>
          <p:cNvSpPr/>
          <p:nvPr/>
        </p:nvSpPr>
        <p:spPr>
          <a:xfrm>
            <a:off x="3429000" y="2679120"/>
            <a:ext cx="143100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Decidir juntos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Arial"/>
              </a:rPr>
              <a:t>se migra ou não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2"/>
          <p:cNvSpPr/>
          <p:nvPr/>
        </p:nvSpPr>
        <p:spPr>
          <a:xfrm>
            <a:off x="640080" y="5212080"/>
            <a:ext cx="45716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primeira etapa não move,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renomeia e não apaga arquivos.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" descr="labirinto_de_dados_e_arquivos.png"/>
          <p:cNvPicPr/>
          <p:nvPr/>
        </p:nvPicPr>
        <p:blipFill>
          <a:blip r:embed="rId1"/>
          <a:stretch/>
        </p:blipFill>
        <p:spPr>
          <a:xfrm>
            <a:off x="-82800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Box 2"/>
          <p:cNvSpPr/>
          <p:nvPr/>
        </p:nvSpPr>
        <p:spPr>
          <a:xfrm>
            <a:off x="7315200" y="777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ENCERRAMENTO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7315200" y="109728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final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7315200" y="1828800"/>
            <a:ext cx="39315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Queremos continuar dependendo da memória das pessoas para encontrar a memória da ACIRV?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5"/>
          <p:cNvSpPr/>
          <p:nvPr/>
        </p:nvSpPr>
        <p:spPr>
          <a:xfrm>
            <a:off x="7315200" y="46634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Proposta de deliberação: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7315200" y="4983480"/>
            <a:ext cx="4023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Autorizar a Auditoria Segura do acervo digital da ACIRV.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LibreOffice/26.2.1.2$Windows_X86_64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2026-09-03T08:06:02Z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