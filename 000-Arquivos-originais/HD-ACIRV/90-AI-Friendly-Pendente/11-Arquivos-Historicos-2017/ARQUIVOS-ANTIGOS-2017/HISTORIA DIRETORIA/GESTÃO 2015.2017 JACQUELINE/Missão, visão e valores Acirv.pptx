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356" r:id="rId2"/>
    <p:sldId id="358" r:id="rId3"/>
    <p:sldId id="3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F7A"/>
    <a:srgbClr val="0F2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Estilo com Tema 2 - Ênfas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Estilo com Tema 2 - Ênfas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1D49C-A2F9-4585-AB4D-28CD93E789B2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38A05-6BF0-49C5-92CA-CBE7436DD6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118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05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76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66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0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64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74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24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20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64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08519-A04B-44F7-A8D0-53CF20A0655F}" type="datetimeFigureOut">
              <a:rPr lang="pt-BR" smtClean="0"/>
              <a:t>14/03/2016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7598F-C6E4-4930-9459-08C42DAC7C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4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Cartão 1"/>
          <p:cNvSpPr/>
          <p:nvPr/>
        </p:nvSpPr>
        <p:spPr>
          <a:xfrm>
            <a:off x="0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204F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AutoShape 2" descr="Clique para obter Op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645490" y="7937"/>
            <a:ext cx="9409135" cy="588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PLANEJAMENTO  ESTRATÉGICO  ACIRV  2016/2017 </a:t>
            </a:r>
            <a:endParaRPr lang="pt-BR" sz="24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812720" y="2343580"/>
            <a:ext cx="7794919" cy="1592744"/>
          </a:xfrm>
          <a:prstGeom prst="rect">
            <a:avLst/>
          </a:prstGeom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500" b="1" i="1" u="sng" kern="0" dirty="0" smtClean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MISSÃO</a:t>
            </a:r>
          </a:p>
          <a:p>
            <a:pPr algn="ctr">
              <a:lnSpc>
                <a:spcPct val="150000"/>
              </a:lnSpc>
            </a:pPr>
            <a:endParaRPr lang="pt-BR" sz="500" b="1" i="1" u="sng" kern="0" dirty="0" smtClean="0">
              <a:solidFill>
                <a:schemeClr val="bg1"/>
              </a:solidFill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Impulsionar  o desenvolvimento 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social, político e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econômico da 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região,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representando os interesses da classe empresarial em todos as esferas institucionais.</a:t>
            </a:r>
            <a:endParaRPr lang="pt-BR" sz="15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9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Cartão 1"/>
          <p:cNvSpPr/>
          <p:nvPr/>
        </p:nvSpPr>
        <p:spPr>
          <a:xfrm>
            <a:off x="0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204F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AutoShape 2" descr="Clique para obter Op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645490" y="7937"/>
            <a:ext cx="9409135" cy="588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PLANEJAMENTO  ESTRATÉGICO  ACIRV  2016/2017 </a:t>
            </a:r>
            <a:endParaRPr lang="pt-BR" sz="24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271103" y="1864469"/>
            <a:ext cx="7181990" cy="4211409"/>
          </a:xfrm>
          <a:prstGeom prst="rect">
            <a:avLst/>
          </a:prstGeom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500" b="1" i="1" u="sng" kern="0" dirty="0" smtClean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VALORES DA ACIRV</a:t>
            </a:r>
          </a:p>
          <a:p>
            <a:pPr algn="ctr">
              <a:lnSpc>
                <a:spcPct val="150000"/>
              </a:lnSpc>
            </a:pPr>
            <a:r>
              <a:rPr lang="pt-BR" sz="1500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Ética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Flexibilidade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Foco em Resultados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Melhoria Contínua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Reputação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Simplicidade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Sustentabilidade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Transparência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Tratamento Igualitário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pt-BR" sz="1500" dirty="0" smtClean="0">
                <a:solidFill>
                  <a:schemeClr val="bg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espeito</a:t>
            </a:r>
            <a:endParaRPr lang="pt-BR" sz="15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3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grama: Cartão 1"/>
          <p:cNvSpPr/>
          <p:nvPr/>
        </p:nvSpPr>
        <p:spPr>
          <a:xfrm>
            <a:off x="0" y="0"/>
            <a:ext cx="12192000" cy="6858000"/>
          </a:xfrm>
          <a:prstGeom prst="flowChartPunchedCard">
            <a:avLst/>
          </a:prstGeom>
          <a:solidFill>
            <a:srgbClr val="204F7A"/>
          </a:solidFill>
          <a:ln>
            <a:solidFill>
              <a:srgbClr val="204F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AutoShape 2" descr="Clique para obter Op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Picture 4" descr="http://www.sudoexpo.com.br/img/acirvlogo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3"/>
          <a:stretch/>
        </p:blipFill>
        <p:spPr bwMode="auto">
          <a:xfrm>
            <a:off x="0" y="1"/>
            <a:ext cx="1678675" cy="52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645490" y="7937"/>
            <a:ext cx="9409135" cy="588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PLANEJAMENTO  ESTRATÉGICO  ACIRV  2016/2017 </a:t>
            </a:r>
            <a:endParaRPr lang="pt-BR" sz="24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807594" y="1551562"/>
            <a:ext cx="6362164" cy="3480440"/>
          </a:xfrm>
          <a:prstGeom prst="rect">
            <a:avLst/>
          </a:prstGeom>
          <a:ln w="762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</a:pPr>
            <a:r>
              <a:rPr lang="pt-BR" sz="1500" b="1" i="1" u="sng" kern="0" dirty="0" smtClean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VISÃO DE FUTURO DA  ACIRV  PARA  2016/2017</a:t>
            </a:r>
          </a:p>
          <a:p>
            <a:pPr algn="ctr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</a:pPr>
            <a:endParaRPr lang="pt-BR" sz="500" b="1" i="1" u="sng" kern="0" dirty="0">
              <a:solidFill>
                <a:schemeClr val="bg1"/>
              </a:solidFill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reconhecida, respeitada e admirada 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entidade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 r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epresenta os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interesses 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classe empresarial em todas as esferas institucionais.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500" dirty="0" smtClean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Ampliar </a:t>
            </a:r>
            <a:r>
              <a:rPr lang="pt-BR" sz="1500" dirty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quadro de associados através das ações de ativação, prospecção e captação de novos associados</a:t>
            </a: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500" dirty="0">
              <a:solidFill>
                <a:schemeClr val="bg1"/>
              </a:solidFill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 smtClean="0">
                <a:solidFill>
                  <a:schemeClr val="bg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fortalecer financeiramente.</a:t>
            </a:r>
            <a:endParaRPr lang="pt-BR" sz="1500" dirty="0">
              <a:solidFill>
                <a:schemeClr val="bg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61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3653</TotalTime>
  <Words>90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Usuario</cp:lastModifiedBy>
  <cp:revision>541</cp:revision>
  <dcterms:created xsi:type="dcterms:W3CDTF">2015-06-22T14:20:32Z</dcterms:created>
  <dcterms:modified xsi:type="dcterms:W3CDTF">2016-03-14T16:18:45Z</dcterms:modified>
</cp:coreProperties>
</file>