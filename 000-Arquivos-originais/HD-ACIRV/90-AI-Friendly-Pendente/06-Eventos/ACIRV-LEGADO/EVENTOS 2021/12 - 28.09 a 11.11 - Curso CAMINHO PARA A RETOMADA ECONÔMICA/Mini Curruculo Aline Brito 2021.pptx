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C5CB6A-4F89-4586-94B6-B5157C0FB74B}" v="10" dt="2021-09-17T14:31:44.933"/>
    <p1510:client id="{C0B3835A-A364-40B8-9CCD-F498C58D9C3D}" v="6" dt="2021-09-16T20:53:08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3" d="100"/>
          <a:sy n="53" d="100"/>
        </p:scale>
        <p:origin x="56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ne Aparecida de Oliveira Brito" userId="7762bef9-34ab-4fa9-860e-094cfe2f9703" providerId="ADAL" clId="{00C5CB6A-4F89-4586-94B6-B5157C0FB74B}"/>
    <pc:docChg chg="undo custSel addSld modSld">
      <pc:chgData name="Aline Aparecida de Oliveira Brito" userId="7762bef9-34ab-4fa9-860e-094cfe2f9703" providerId="ADAL" clId="{00C5CB6A-4F89-4586-94B6-B5157C0FB74B}" dt="2021-09-17T14:31:54.653" v="741" actId="14100"/>
      <pc:docMkLst>
        <pc:docMk/>
      </pc:docMkLst>
      <pc:sldChg chg="modSp mod">
        <pc:chgData name="Aline Aparecida de Oliveira Brito" userId="7762bef9-34ab-4fa9-860e-094cfe2f9703" providerId="ADAL" clId="{00C5CB6A-4F89-4586-94B6-B5157C0FB74B}" dt="2021-09-17T14:30:12.824" v="664" actId="313"/>
        <pc:sldMkLst>
          <pc:docMk/>
          <pc:sldMk cId="2499220901" sldId="258"/>
        </pc:sldMkLst>
        <pc:spChg chg="mod">
          <ac:chgData name="Aline Aparecida de Oliveira Brito" userId="7762bef9-34ab-4fa9-860e-094cfe2f9703" providerId="ADAL" clId="{00C5CB6A-4F89-4586-94B6-B5157C0FB74B}" dt="2021-09-17T14:30:12.824" v="664" actId="313"/>
          <ac:spMkLst>
            <pc:docMk/>
            <pc:sldMk cId="2499220901" sldId="258"/>
            <ac:spMk id="3" creationId="{334239FA-BECD-4220-A9E9-B55416A76438}"/>
          </ac:spMkLst>
        </pc:spChg>
      </pc:sldChg>
      <pc:sldChg chg="addSp delSp modSp mod">
        <pc:chgData name="Aline Aparecida de Oliveira Brito" userId="7762bef9-34ab-4fa9-860e-094cfe2f9703" providerId="ADAL" clId="{00C5CB6A-4F89-4586-94B6-B5157C0FB74B}" dt="2021-09-17T14:31:35.343" v="734" actId="1076"/>
        <pc:sldMkLst>
          <pc:docMk/>
          <pc:sldMk cId="4269468713" sldId="259"/>
        </pc:sldMkLst>
        <pc:spChg chg="mod">
          <ac:chgData name="Aline Aparecida de Oliveira Brito" userId="7762bef9-34ab-4fa9-860e-094cfe2f9703" providerId="ADAL" clId="{00C5CB6A-4F89-4586-94B6-B5157C0FB74B}" dt="2021-09-17T14:31:35.343" v="734" actId="1076"/>
          <ac:spMkLst>
            <pc:docMk/>
            <pc:sldMk cId="4269468713" sldId="259"/>
            <ac:spMk id="4" creationId="{7A73862A-7DFE-44E1-A6BA-5AF40173E8C1}"/>
          </ac:spMkLst>
        </pc:spChg>
        <pc:picChg chg="del">
          <ac:chgData name="Aline Aparecida de Oliveira Brito" userId="7762bef9-34ab-4fa9-860e-094cfe2f9703" providerId="ADAL" clId="{00C5CB6A-4F89-4586-94B6-B5157C0FB74B}" dt="2021-09-17T14:24:51.504" v="627" actId="478"/>
          <ac:picMkLst>
            <pc:docMk/>
            <pc:sldMk cId="4269468713" sldId="259"/>
            <ac:picMk id="3" creationId="{B9FBC4CA-0ABA-4FED-93FC-CDB43253D08E}"/>
          </ac:picMkLst>
        </pc:picChg>
        <pc:picChg chg="add del mod">
          <ac:chgData name="Aline Aparecida de Oliveira Brito" userId="7762bef9-34ab-4fa9-860e-094cfe2f9703" providerId="ADAL" clId="{00C5CB6A-4F89-4586-94B6-B5157C0FB74B}" dt="2021-09-17T14:25:11.292" v="635" actId="478"/>
          <ac:picMkLst>
            <pc:docMk/>
            <pc:sldMk cId="4269468713" sldId="259"/>
            <ac:picMk id="5" creationId="{308D184B-A3F0-4C25-B6C4-8F6BCBA8AA74}"/>
          </ac:picMkLst>
        </pc:picChg>
        <pc:picChg chg="add mod">
          <ac:chgData name="Aline Aparecida de Oliveira Brito" userId="7762bef9-34ab-4fa9-860e-094cfe2f9703" providerId="ADAL" clId="{00C5CB6A-4F89-4586-94B6-B5157C0FB74B}" dt="2021-09-17T14:25:19.324" v="639" actId="962"/>
          <ac:picMkLst>
            <pc:docMk/>
            <pc:sldMk cId="4269468713" sldId="259"/>
            <ac:picMk id="7" creationId="{66B0C2B2-5682-4C41-BE18-8DFA990F016A}"/>
          </ac:picMkLst>
        </pc:picChg>
      </pc:sldChg>
      <pc:sldChg chg="addSp delSp modSp add mod">
        <pc:chgData name="Aline Aparecida de Oliveira Brito" userId="7762bef9-34ab-4fa9-860e-094cfe2f9703" providerId="ADAL" clId="{00C5CB6A-4F89-4586-94B6-B5157C0FB74B}" dt="2021-09-17T14:31:41.071" v="736"/>
        <pc:sldMkLst>
          <pc:docMk/>
          <pc:sldMk cId="2239610415" sldId="260"/>
        </pc:sldMkLst>
        <pc:spChg chg="del">
          <ac:chgData name="Aline Aparecida de Oliveira Brito" userId="7762bef9-34ab-4fa9-860e-094cfe2f9703" providerId="ADAL" clId="{00C5CB6A-4F89-4586-94B6-B5157C0FB74B}" dt="2021-09-17T14:31:40.768" v="735" actId="478"/>
          <ac:spMkLst>
            <pc:docMk/>
            <pc:sldMk cId="2239610415" sldId="260"/>
            <ac:spMk id="4" creationId="{7A73862A-7DFE-44E1-A6BA-5AF40173E8C1}"/>
          </ac:spMkLst>
        </pc:spChg>
        <pc:spChg chg="add mod">
          <ac:chgData name="Aline Aparecida de Oliveira Brito" userId="7762bef9-34ab-4fa9-860e-094cfe2f9703" providerId="ADAL" clId="{00C5CB6A-4F89-4586-94B6-B5157C0FB74B}" dt="2021-09-17T14:31:41.071" v="736"/>
          <ac:spMkLst>
            <pc:docMk/>
            <pc:sldMk cId="2239610415" sldId="260"/>
            <ac:spMk id="8" creationId="{7809C5F5-1F77-4830-AAC0-63E36823CE3C}"/>
          </ac:spMkLst>
        </pc:spChg>
        <pc:picChg chg="add mod">
          <ac:chgData name="Aline Aparecida de Oliveira Brito" userId="7762bef9-34ab-4fa9-860e-094cfe2f9703" providerId="ADAL" clId="{00C5CB6A-4F89-4586-94B6-B5157C0FB74B}" dt="2021-09-17T14:25:43.013" v="645" actId="962"/>
          <ac:picMkLst>
            <pc:docMk/>
            <pc:sldMk cId="2239610415" sldId="260"/>
            <ac:picMk id="3" creationId="{6CE47F0D-8484-4DFD-8F59-C02BB2E4AF1F}"/>
          </ac:picMkLst>
        </pc:picChg>
        <pc:picChg chg="add del mod">
          <ac:chgData name="Aline Aparecida de Oliveira Brito" userId="7762bef9-34ab-4fa9-860e-094cfe2f9703" providerId="ADAL" clId="{00C5CB6A-4F89-4586-94B6-B5157C0FB74B}" dt="2021-09-17T14:25:48.028" v="647"/>
          <ac:picMkLst>
            <pc:docMk/>
            <pc:sldMk cId="2239610415" sldId="260"/>
            <ac:picMk id="6" creationId="{62C9997B-6FC0-4722-9F71-F5141035C601}"/>
          </ac:picMkLst>
        </pc:picChg>
        <pc:picChg chg="del">
          <ac:chgData name="Aline Aparecida de Oliveira Brito" userId="7762bef9-34ab-4fa9-860e-094cfe2f9703" providerId="ADAL" clId="{00C5CB6A-4F89-4586-94B6-B5157C0FB74B}" dt="2021-09-17T14:25:33.442" v="641" actId="478"/>
          <ac:picMkLst>
            <pc:docMk/>
            <pc:sldMk cId="2239610415" sldId="260"/>
            <ac:picMk id="7" creationId="{66B0C2B2-5682-4C41-BE18-8DFA990F016A}"/>
          </ac:picMkLst>
        </pc:picChg>
      </pc:sldChg>
      <pc:sldChg chg="addSp delSp modSp add mod">
        <pc:chgData name="Aline Aparecida de Oliveira Brito" userId="7762bef9-34ab-4fa9-860e-094cfe2f9703" providerId="ADAL" clId="{00C5CB6A-4F89-4586-94B6-B5157C0FB74B}" dt="2021-09-17T14:31:54.653" v="741" actId="14100"/>
        <pc:sldMkLst>
          <pc:docMk/>
          <pc:sldMk cId="2644624278" sldId="261"/>
        </pc:sldMkLst>
        <pc:spChg chg="del mod">
          <ac:chgData name="Aline Aparecida de Oliveira Brito" userId="7762bef9-34ab-4fa9-860e-094cfe2f9703" providerId="ADAL" clId="{00C5CB6A-4F89-4586-94B6-B5157C0FB74B}" dt="2021-09-17T14:31:44.595" v="737" actId="478"/>
          <ac:spMkLst>
            <pc:docMk/>
            <pc:sldMk cId="2644624278" sldId="261"/>
            <ac:spMk id="4" creationId="{7A73862A-7DFE-44E1-A6BA-5AF40173E8C1}"/>
          </ac:spMkLst>
        </pc:spChg>
        <pc:spChg chg="add mod">
          <ac:chgData name="Aline Aparecida de Oliveira Brito" userId="7762bef9-34ab-4fa9-860e-094cfe2f9703" providerId="ADAL" clId="{00C5CB6A-4F89-4586-94B6-B5157C0FB74B}" dt="2021-09-17T14:31:52.165" v="740" actId="1076"/>
          <ac:spMkLst>
            <pc:docMk/>
            <pc:sldMk cId="2644624278" sldId="261"/>
            <ac:spMk id="6" creationId="{C362165F-C901-4668-BF2A-D89796EAC3BB}"/>
          </ac:spMkLst>
        </pc:spChg>
        <pc:picChg chg="del">
          <ac:chgData name="Aline Aparecida de Oliveira Brito" userId="7762bef9-34ab-4fa9-860e-094cfe2f9703" providerId="ADAL" clId="{00C5CB6A-4F89-4586-94B6-B5157C0FB74B}" dt="2021-09-17T14:26:05.134" v="652" actId="478"/>
          <ac:picMkLst>
            <pc:docMk/>
            <pc:sldMk cId="2644624278" sldId="261"/>
            <ac:picMk id="3" creationId="{6CE47F0D-8484-4DFD-8F59-C02BB2E4AF1F}"/>
          </ac:picMkLst>
        </pc:picChg>
        <pc:picChg chg="add mod modCrop">
          <ac:chgData name="Aline Aparecida de Oliveira Brito" userId="7762bef9-34ab-4fa9-860e-094cfe2f9703" providerId="ADAL" clId="{00C5CB6A-4F89-4586-94B6-B5157C0FB74B}" dt="2021-09-17T14:31:54.653" v="741" actId="14100"/>
          <ac:picMkLst>
            <pc:docMk/>
            <pc:sldMk cId="2644624278" sldId="261"/>
            <ac:picMk id="5" creationId="{63C7D8DC-5D6A-4826-9FBA-546EC26BD321}"/>
          </ac:picMkLst>
        </pc:picChg>
      </pc:sldChg>
    </pc:docChg>
  </pc:docChgLst>
  <pc:docChgLst>
    <pc:chgData name="Luiz Eduardo Bueno Borges" userId="9fce24f2b4779412" providerId="LiveId" clId="{C0B3835A-A364-40B8-9CCD-F498C58D9C3D}"/>
    <pc:docChg chg="undo custSel delSld modSld">
      <pc:chgData name="Luiz Eduardo Bueno Borges" userId="9fce24f2b4779412" providerId="LiveId" clId="{C0B3835A-A364-40B8-9CCD-F498C58D9C3D}" dt="2021-09-16T20:53:12.462" v="121" actId="962"/>
      <pc:docMkLst>
        <pc:docMk/>
      </pc:docMkLst>
      <pc:sldChg chg="del">
        <pc:chgData name="Luiz Eduardo Bueno Borges" userId="9fce24f2b4779412" providerId="LiveId" clId="{C0B3835A-A364-40B8-9CCD-F498C58D9C3D}" dt="2021-09-16T20:47:05.941" v="0" actId="47"/>
        <pc:sldMkLst>
          <pc:docMk/>
          <pc:sldMk cId="4041681142" sldId="257"/>
        </pc:sldMkLst>
      </pc:sldChg>
      <pc:sldChg chg="addSp delSp modSp mod setBg">
        <pc:chgData name="Luiz Eduardo Bueno Borges" userId="9fce24f2b4779412" providerId="LiveId" clId="{C0B3835A-A364-40B8-9CCD-F498C58D9C3D}" dt="2021-09-16T20:53:12.462" v="121" actId="962"/>
        <pc:sldMkLst>
          <pc:docMk/>
          <pc:sldMk cId="4269468713" sldId="259"/>
        </pc:sldMkLst>
        <pc:spChg chg="mod ord">
          <ac:chgData name="Luiz Eduardo Bueno Borges" userId="9fce24f2b4779412" providerId="LiveId" clId="{C0B3835A-A364-40B8-9CCD-F498C58D9C3D}" dt="2021-09-16T20:51:24.885" v="116" actId="1076"/>
          <ac:spMkLst>
            <pc:docMk/>
            <pc:sldMk cId="4269468713" sldId="259"/>
            <ac:spMk id="4" creationId="{7A73862A-7DFE-44E1-A6BA-5AF40173E8C1}"/>
          </ac:spMkLst>
        </pc:spChg>
        <pc:spChg chg="add del">
          <ac:chgData name="Luiz Eduardo Bueno Borges" userId="9fce24f2b4779412" providerId="LiveId" clId="{C0B3835A-A364-40B8-9CCD-F498C58D9C3D}" dt="2021-09-16T20:50:46.549" v="62" actId="26606"/>
          <ac:spMkLst>
            <pc:docMk/>
            <pc:sldMk cId="4269468713" sldId="259"/>
            <ac:spMk id="11" creationId="{2C61293E-6EBE-43EF-A52C-9BEBFD7679D4}"/>
          </ac:spMkLst>
        </pc:spChg>
        <pc:spChg chg="add del">
          <ac:chgData name="Luiz Eduardo Bueno Borges" userId="9fce24f2b4779412" providerId="LiveId" clId="{C0B3835A-A364-40B8-9CCD-F498C58D9C3D}" dt="2021-09-16T20:50:46.549" v="62" actId="26606"/>
          <ac:spMkLst>
            <pc:docMk/>
            <pc:sldMk cId="4269468713" sldId="259"/>
            <ac:spMk id="13" creationId="{21540236-BFD5-4A9D-8840-4703E7F76825}"/>
          </ac:spMkLst>
        </pc:spChg>
        <pc:picChg chg="del mod">
          <ac:chgData name="Luiz Eduardo Bueno Borges" userId="9fce24f2b4779412" providerId="LiveId" clId="{C0B3835A-A364-40B8-9CCD-F498C58D9C3D}" dt="2021-09-16T20:48:14.705" v="3" actId="478"/>
          <ac:picMkLst>
            <pc:docMk/>
            <pc:sldMk cId="4269468713" sldId="259"/>
            <ac:picMk id="3" creationId="{7D1FB354-874F-4305-BC60-C4E82FCB55CE}"/>
          </ac:picMkLst>
        </pc:picChg>
        <pc:picChg chg="add mod">
          <ac:chgData name="Luiz Eduardo Bueno Borges" userId="9fce24f2b4779412" providerId="LiveId" clId="{C0B3835A-A364-40B8-9CCD-F498C58D9C3D}" dt="2021-09-16T20:53:12.462" v="121" actId="962"/>
          <ac:picMkLst>
            <pc:docMk/>
            <pc:sldMk cId="4269468713" sldId="259"/>
            <ac:picMk id="3" creationId="{B9FBC4CA-0ABA-4FED-93FC-CDB43253D08E}"/>
          </ac:picMkLst>
        </pc:picChg>
        <pc:picChg chg="del">
          <ac:chgData name="Luiz Eduardo Bueno Borges" userId="9fce24f2b4779412" providerId="LiveId" clId="{C0B3835A-A364-40B8-9CCD-F498C58D9C3D}" dt="2021-09-16T20:48:16.514" v="4" actId="478"/>
          <ac:picMkLst>
            <pc:docMk/>
            <pc:sldMk cId="4269468713" sldId="259"/>
            <ac:picMk id="5" creationId="{27045FF6-A111-4F00-93C5-778A3B3B430B}"/>
          </ac:picMkLst>
        </pc:picChg>
        <pc:picChg chg="add del mod modCrop">
          <ac:chgData name="Luiz Eduardo Bueno Borges" userId="9fce24f2b4779412" providerId="LiveId" clId="{C0B3835A-A364-40B8-9CCD-F498C58D9C3D}" dt="2021-09-16T20:53:04.912" v="117" actId="478"/>
          <ac:picMkLst>
            <pc:docMk/>
            <pc:sldMk cId="4269468713" sldId="259"/>
            <ac:picMk id="6" creationId="{00FE95C4-10A0-41C5-9D96-3C376E721BB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2DF0D-A8AF-49B4-BF66-CE4864DC8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23AB9B-9463-44A5-BB76-375DD862E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9A1D43-0196-4619-9988-449AE634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20/09/2021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3978EC-8F8E-482E-A014-71077CA2D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B8641F-1D49-4CA5-ACB3-56C908B7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610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86349-F776-42F7-BA04-5D8B6BC1F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62402B-86CB-42F5-8AAC-37C19A9B7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F4F81E-B125-431C-847A-55F4CC30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20/09/2021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7F4A67-2004-453F-AC9D-BB6D9D60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B01821-B9E1-48AA-B0DB-C58827A9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91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19954-4DF1-44B9-92DB-13D9F581E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4F19A7-B050-49F2-8C47-5DDEB45A5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24A50D-BEC1-40FC-8D31-AE7CBA70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20/09/2021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897960-16D3-4E08-BB96-A71BA41F5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D7E2CB-BBA4-4D6F-AB52-41E276A0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27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F9F4A-916D-40FA-AB8C-D3F6C837C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188966-2EC9-4359-99BE-0ABA4F9FF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60635D-9C15-4767-A44A-DF62EC17A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1343C6-A2E8-4DF5-B975-61BF89B58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20/09/2021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27733F-5BCD-44A2-A19A-AB7276682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23A404-BB9F-4E16-BD82-86CA768F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814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BEE6A-49C5-4A2B-B8F9-16EDD2C40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FC9827-128E-476A-B9E4-B37B1CFD4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5101D4-B921-4EB5-9511-F54F5DBAE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029545C-5F08-4F38-81F2-AF42DEE75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A7A0276-0D35-47E5-9A0A-32E3CB844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E69957F-BAFF-4E6B-9F99-A04CB693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20/09/2021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4E9B476-B507-4F2C-A50F-E0BAB986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99E63D-F058-4FCA-AFDD-8D384F8B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99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BAE3F-2DBC-4AF1-8D8C-9BC42DCA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816EDD-9B83-43B2-B1B3-FCEAF7BCD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20/09/2021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886DAA-CDC9-467E-B28D-1CF45FC9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3C25BE-2585-49C4-A31D-A3973C11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28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95DDC18-9C76-4B4A-A543-A3A9AEDC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20/09/2021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5F6058-EE32-43D5-BE13-652F2AFC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CD902B-94B7-4635-812B-B3BA14D3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978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32837-5379-4DC4-BA53-F15AF20E9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954B4-D0F3-4006-A11C-F6D3E3F0C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D7C175-8C28-4F94-AD64-013B5BEEC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467946-BB7B-4D6B-9847-0BE93464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20/09/2021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997BC0-8B76-40D2-A53B-41A65485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BDD1BF-49B0-44CD-B8E5-BFBE4420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64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CC6F1-9158-47D3-9440-2A84E11ED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E924A8-651F-4E19-A310-32AED9F21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134F85-A265-4943-9D89-C190D7F4A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2903D0-9865-4E9C-8AC5-6A977E98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20/09/2021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4A1483-BB11-4F6A-B85D-84CC717B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C4454A-F780-498A-A4FD-BBCA21B0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385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12E25-D7F5-4B5D-82AA-EE82B1F3F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3292DC-07F7-4EC1-A245-545B4A694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F94ECF-B8A6-4095-9BBF-79A2112AE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20/09/2021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36B3BF-CA91-4524-B954-865327D16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4CE48F-20E0-4282-BF06-91CE9551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140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62CBE3-41D0-43B5-BF7F-21979C3DE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BB18A5-9F3B-4155-8354-3E7E3FA0C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88B6A9-299A-4B58-9BF6-5C73DF04D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7CD6-AA7E-4112-AC60-A13A621272EB}" type="datetimeFigureOut">
              <a:rPr lang="pt-BR" smtClean="0"/>
              <a:t>20/09/2021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8F09B7-1D4C-4818-BF87-961487A1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7A8DFC-0D46-460C-8B66-5EB82D509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8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1E4FC4C-7B11-4AC3-973C-219D3B68A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225A7B-CC0F-4B5F-BA14-C5238FAA1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6A6658-F16B-4E2C-945F-9D1936839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A7CD6-AA7E-4112-AC60-A13A621272EB}" type="datetimeFigureOut">
              <a:rPr lang="pt-BR" smtClean="0"/>
              <a:t>20/09/2021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5C971D-CD1E-47DF-B543-1899530D7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968288-C533-4BD2-9B71-FC8CAF52F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4429A-99E7-41AA-97EE-7B007DA4CC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093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luiz.bueno@simpleagro.com.br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A73862A-7DFE-44E1-A6BA-5AF40173E8C1}"/>
              </a:ext>
            </a:extLst>
          </p:cNvPr>
          <p:cNvSpPr txBox="1"/>
          <p:nvPr/>
        </p:nvSpPr>
        <p:spPr>
          <a:xfrm>
            <a:off x="5718865" y="487025"/>
            <a:ext cx="608260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Especialista em Gestão de Projetos e Processos pelo IPOG/GO, formada em Administração em Agronegócios pela Universidade Estadual de Goiás. Habilidade na construção do plano estratégico, gestão de mudanças, transformação de processos, coordenação e treinamento de equipe, além de conhecimentos em sistemas operacionais ERP (TOTVS; Prosoft) e de SAD (Sistemas de Apoio a Decisão) e SIE (Sistemas de Informação Executiva). Sólidos conhecimentos em BPM, notação BPMN, nas ferramentas </a:t>
            </a:r>
            <a:r>
              <a:rPr lang="pt-B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Bizagi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Cloud, Vision e ferramentas de gestão da qualidade, tais como PDCA, 5W2H, Ishikawa, Fluxogramas, Matriz de Causa X Efeito X Causa, 5 Por quês, Matriz GUT e documentação de processos de negócio.</a:t>
            </a:r>
            <a:endParaRPr lang="pt-BR" sz="2400" dirty="0"/>
          </a:p>
        </p:txBody>
      </p:sp>
      <p:pic>
        <p:nvPicPr>
          <p:cNvPr id="3" name="Imagem 2" descr="Mulher com roupa preta&#10;&#10;Descrição gerada automaticamente">
            <a:extLst>
              <a:ext uri="{FF2B5EF4-FFF2-40B4-BE49-F238E27FC236}">
                <a16:creationId xmlns:a16="http://schemas.microsoft.com/office/drawing/2014/main" id="{7E1E62F2-D266-48CE-A9D6-1647694AD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46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FD2784D-53E8-40E3-A360-9DBE7EF9B7F2}"/>
              </a:ext>
            </a:extLst>
          </p:cNvPr>
          <p:cNvSpPr/>
          <p:nvPr/>
        </p:nvSpPr>
        <p:spPr>
          <a:xfrm>
            <a:off x="2784165" y="662706"/>
            <a:ext cx="50571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6000" b="1" dirty="0">
                <a:solidFill>
                  <a:srgbClr val="0070C0"/>
                </a:solidFill>
                <a:latin typeface="Futura Bk BT" panose="020B0502020204020303" pitchFamily="34" charset="0"/>
              </a:rPr>
              <a:t>CONTATO</a:t>
            </a:r>
            <a:endParaRPr lang="pt-BR" sz="8000" dirty="0">
              <a:solidFill>
                <a:srgbClr val="0070C0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34239FA-BECD-4220-A9E9-B55416A76438}"/>
              </a:ext>
            </a:extLst>
          </p:cNvPr>
          <p:cNvSpPr/>
          <p:nvPr/>
        </p:nvSpPr>
        <p:spPr>
          <a:xfrm>
            <a:off x="1996117" y="2213282"/>
            <a:ext cx="687104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ALINE APª DE OLIVEIRA BRITO</a:t>
            </a:r>
          </a:p>
          <a:p>
            <a:pPr algn="ctr"/>
            <a:r>
              <a:rPr lang="pt-BR" sz="24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Head Gestão Estratégica de Negócios | Processos e Projetos – Conceito Agrícola</a:t>
            </a:r>
          </a:p>
          <a:p>
            <a:pPr algn="ctr"/>
            <a:r>
              <a:rPr lang="pt-BR" sz="24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  <a:hlinkClick r:id="rId2"/>
              </a:rPr>
              <a:t>aline.britopmp@gmail.com</a:t>
            </a:r>
            <a:endParaRPr lang="pt-BR" sz="2400" b="1" dirty="0">
              <a:solidFill>
                <a:schemeClr val="accent3">
                  <a:lumMod val="75000"/>
                </a:schemeClr>
              </a:solidFill>
              <a:latin typeface="Futura Bk BT" panose="020B0502020204020303" pitchFamily="34" charset="0"/>
            </a:endParaRPr>
          </a:p>
          <a:p>
            <a:pPr algn="ctr"/>
            <a:r>
              <a:rPr lang="pt-BR" sz="24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(64) 99212-3548</a:t>
            </a:r>
          </a:p>
          <a:p>
            <a:pPr algn="ctr"/>
            <a:r>
              <a:rPr lang="pt-BR" sz="2400" b="1" dirty="0" err="1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linkedin</a:t>
            </a:r>
            <a:r>
              <a:rPr lang="pt-BR" sz="24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: </a:t>
            </a:r>
            <a:r>
              <a:rPr lang="pt-BR" sz="2400" b="1" dirty="0" err="1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alineaobrito</a:t>
            </a:r>
            <a:endParaRPr lang="pt-BR" sz="2400" b="1" dirty="0">
              <a:solidFill>
                <a:schemeClr val="accent3">
                  <a:lumMod val="75000"/>
                </a:schemeClr>
              </a:solidFill>
              <a:latin typeface="Futura Bk BT" panose="020B0502020204020303" pitchFamily="34" charset="0"/>
            </a:endParaRPr>
          </a:p>
          <a:p>
            <a:pPr algn="ctr"/>
            <a:r>
              <a:rPr lang="pt-BR" sz="2400" b="1" dirty="0" err="1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instagram</a:t>
            </a:r>
            <a:r>
              <a:rPr lang="pt-BR" sz="2400" b="1" dirty="0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: </a:t>
            </a:r>
            <a:r>
              <a:rPr lang="pt-BR" sz="2400" b="1" dirty="0" err="1">
                <a:solidFill>
                  <a:schemeClr val="accent3">
                    <a:lumMod val="75000"/>
                  </a:schemeClr>
                </a:solidFill>
                <a:latin typeface="Futura Bk BT" panose="020B0502020204020303" pitchFamily="34" charset="0"/>
              </a:rPr>
              <a:t>alinebritopmp</a:t>
            </a:r>
            <a:endParaRPr lang="pt-BR" sz="2400" b="1" dirty="0">
              <a:solidFill>
                <a:schemeClr val="accent3">
                  <a:lumMod val="75000"/>
                </a:schemeClr>
              </a:solidFill>
              <a:latin typeface="Futura Bk BT" panose="020B0502020204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220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161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Futura Bk BT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Eduardo Bueno Borges</dc:creator>
  <cp:lastModifiedBy>Luiz Eduardo Bueno Borges</cp:lastModifiedBy>
  <cp:revision>13</cp:revision>
  <dcterms:created xsi:type="dcterms:W3CDTF">2019-10-18T18:54:16Z</dcterms:created>
  <dcterms:modified xsi:type="dcterms:W3CDTF">2021-09-20T14:20:18Z</dcterms:modified>
</cp:coreProperties>
</file>