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5" r:id="rId4"/>
    <p:sldId id="274" r:id="rId5"/>
    <p:sldId id="272" r:id="rId6"/>
    <p:sldId id="273" r:id="rId7"/>
    <p:sldId id="261" r:id="rId8"/>
    <p:sldId id="263" r:id="rId9"/>
    <p:sldId id="264" r:id="rId10"/>
    <p:sldId id="265" r:id="rId11"/>
    <p:sldId id="268" r:id="rId12"/>
    <p:sldId id="267" r:id="rId13"/>
    <p:sldId id="266" r:id="rId14"/>
    <p:sldId id="271" r:id="rId15"/>
    <p:sldId id="270" r:id="rId16"/>
    <p:sldId id="276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3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DA85-9E1A-4F27-8A41-197C73F08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E616F-FDBE-48B2-98F5-93CCB048E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C4ABB-5996-44A0-B274-C7125891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6D5E-8CB9-4003-BA74-FDB6CC0B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943EE-1D55-40DD-9C0E-58CB88E0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15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13229-0658-458C-A944-64E843A3C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38A81-7038-4D25-859A-7BAE46736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89AD9-0AA7-4FD4-BE8F-A8A4ACB1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EB94C-C492-4465-BC48-6159DA0E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3B661-407B-44F2-A75A-ECC0D4F6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497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05A8-AD19-4EE7-ADC5-D0E68A87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014AC-9144-42F7-88D9-C229DFF69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0760F-F568-4CE2-B020-90E43ADA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2E86-0B3B-49D5-88D8-F7902649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8768C-7D9D-460E-B2A1-A6DA0900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6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231E-0872-48A5-9D6D-608B1DD3E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D9397-0CB7-46A3-B742-1F3750D97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BB853-4871-4F6D-B41D-B261BD680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BF580-4F32-494E-9D37-B6888C28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DF65E-3458-4EE7-9C52-61E9D4C2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44AEC-6D55-433A-B442-1560E829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68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2E84-072C-474A-8E1D-89B2794D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34912-CA47-4B07-972E-B24B79BE7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71FFF-9C7C-4004-963A-5DB9D38DD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087F2-EEB6-4EAB-9DC9-BB1DDD428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2C8B1-9D90-42A8-B8C0-CEB9AC6F6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B53041-8E1B-4E57-A934-547F491E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994560-051D-4FD9-9546-A8DCB3BB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829A7-ACB5-40A8-A14F-9EEF3DF74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485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21BE-EF5F-4B9E-AF57-C935B84F7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534EA-BD9D-44CF-876F-1CB48C91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D6F6A-4870-47B1-A911-4B2D3591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9F184-2D65-4030-9050-2546172D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31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9FE38-2EE2-471F-AA8C-282A1519B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F27DD-B25F-4122-AC64-A244D152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5C6FD-F064-4DF0-99B2-2D219B7C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4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D73A-A3AB-4924-A2A1-4EC9E880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F57E-5051-4ED7-89AD-8039ACC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B0E98-D87A-4A28-8983-4013F3053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CC77B-8818-4C69-A745-EFF2237D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A0265-2B24-4AE8-8199-60660E4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FA668-6F5B-47FA-BD66-AE56B9D5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661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D244-0694-4DF8-A0D7-65AA761F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09BE22-21C9-4A40-A048-FA0AA599E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999BD-8A38-42B3-BCAE-1843FD478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A3014-E901-4DC4-94BE-E9E1CACA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0F0B6-36BF-41A7-B89E-C6B916D13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B8CEF-A9A1-4F9E-81AD-CDCF6636B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62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979B-A171-41CB-AC2D-0643FD05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F4DBA-205B-413C-830B-8F3912785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5C516-3DC7-4022-A550-161621BF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65357-1E06-4B72-A6C1-FF25B250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B3E57-6EFC-4635-A147-98C0B9BB2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46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2A4E7-5494-4596-809C-BC4A524FC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B981B-E7A3-4447-A094-8FD93570C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8D7A0-289B-43BB-9F64-BF23238C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4AF97-4717-4758-9C28-7861E476E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BFC26-017D-4BC7-BE42-9B5914BB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486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A8EA2-60BB-444E-BB83-6727363C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16FD7-51C1-4B4B-B6CC-A664F518F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FA38E-B346-413A-AF7A-2A140EF69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D43BC-D364-40F3-AB16-00727F59284D}" type="datetimeFigureOut">
              <a:rPr lang="pt-BR" smtClean="0"/>
              <a:t>29/07/2021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2A9E-8FA4-4970-B0C8-F23FF313A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868FB-0270-48F1-A915-6FAD019F2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731E8-9CB1-42E8-B46A-BB21898A22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02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44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5BDA0A7-645F-4239-B45A-F4DAB7977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32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74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9">
            <a:extLst>
              <a:ext uri="{FF2B5EF4-FFF2-40B4-BE49-F238E27FC236}">
                <a16:creationId xmlns:a16="http://schemas.microsoft.com/office/drawing/2014/main" id="{E9AC6DA9-CAF6-4DC0-B249-26496D7ECB97}"/>
              </a:ext>
            </a:extLst>
          </p:cNvPr>
          <p:cNvSpPr txBox="1">
            <a:spLocks/>
          </p:cNvSpPr>
          <p:nvPr/>
        </p:nvSpPr>
        <p:spPr>
          <a:xfrm>
            <a:off x="2676416" y="2306554"/>
            <a:ext cx="6839167" cy="150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000" b="1" dirty="0">
                <a:solidFill>
                  <a:schemeClr val="bg1"/>
                </a:solidFill>
                <a:latin typeface="Myriad Pro Black" panose="020B0903030403090204" pitchFamily="34" charset="0"/>
              </a:rPr>
              <a:t>Título Transição</a:t>
            </a:r>
          </a:p>
          <a:p>
            <a:pPr algn="ctr"/>
            <a:r>
              <a:rPr lang="pt-BR" sz="3000" b="1" dirty="0">
                <a:solidFill>
                  <a:schemeClr val="bg1"/>
                </a:solidFill>
                <a:latin typeface="Myriad Pro Black" panose="020B0903030403090204" pitchFamily="34" charset="0"/>
              </a:rPr>
              <a:t>de Assuntos</a:t>
            </a:r>
          </a:p>
        </p:txBody>
      </p:sp>
      <p:sp>
        <p:nvSpPr>
          <p:cNvPr id="5" name="Subtítulo 10">
            <a:extLst>
              <a:ext uri="{FF2B5EF4-FFF2-40B4-BE49-F238E27FC236}">
                <a16:creationId xmlns:a16="http://schemas.microsoft.com/office/drawing/2014/main" id="{53D5ACB5-CAC0-4685-B00B-6D1D79EFA8D1}"/>
              </a:ext>
            </a:extLst>
          </p:cNvPr>
          <p:cNvSpPr txBox="1">
            <a:spLocks/>
          </p:cNvSpPr>
          <p:nvPr/>
        </p:nvSpPr>
        <p:spPr>
          <a:xfrm>
            <a:off x="2527641" y="3678221"/>
            <a:ext cx="695906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dirty="0">
                <a:solidFill>
                  <a:srgbClr val="FFFF00"/>
                </a:solidFill>
                <a:latin typeface="Myriad Pro Black" panose="020B0903030403090204" pitchFamily="34" charset="0"/>
              </a:rPr>
              <a:t>SUBTÍTULO DE CAPA DE TRANSIÇÃO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43CEC86-7C81-4B37-8E38-39B6938E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719" y="91503"/>
            <a:ext cx="6634639" cy="667499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633A2BD-A5F8-45B7-AB18-4DA80EB448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8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633A2BD-A5F8-45B7-AB18-4DA80EB44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F6E0E15-106A-442C-BFE3-CF389B22DA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269" y="70336"/>
            <a:ext cx="4768948" cy="67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2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173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9A7AEC-8589-404A-9030-9CC228906CDE}"/>
              </a:ext>
            </a:extLst>
          </p:cNvPr>
          <p:cNvSpPr txBox="1"/>
          <p:nvPr/>
        </p:nvSpPr>
        <p:spPr>
          <a:xfrm>
            <a:off x="4278955" y="465393"/>
            <a:ext cx="363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1 – EVOLUÇÃO DE ASSOCIADOS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4FC5C2-519D-4017-9664-9C710784C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138" y="1346660"/>
            <a:ext cx="7227719" cy="50459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45BB518-9DC2-43BD-A3A1-C1DBF7DFC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9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DE6426B6-EAE5-4557-83A6-FBF337BD9FA4}"/>
              </a:ext>
            </a:extLst>
          </p:cNvPr>
          <p:cNvSpPr txBox="1"/>
          <p:nvPr/>
        </p:nvSpPr>
        <p:spPr>
          <a:xfrm>
            <a:off x="4623791" y="422031"/>
            <a:ext cx="2944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 – ATIVO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2.1 ATIVO CIRCUNDANTE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3D302BF-C885-43C4-BCDB-99D6CBDD9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4288024-8C21-442A-915A-9E41140E1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543" y="1284820"/>
            <a:ext cx="9536914" cy="5151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3004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BDC6FD3-8B72-4359-9ADF-53665F1696F2}"/>
              </a:ext>
            </a:extLst>
          </p:cNvPr>
          <p:cNvSpPr txBox="1"/>
          <p:nvPr/>
        </p:nvSpPr>
        <p:spPr>
          <a:xfrm>
            <a:off x="4317043" y="443014"/>
            <a:ext cx="3557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 – ATIVO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2.2 ATIVO  NÃO CIRCUNDANTE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06FFC5-D8AD-446C-97DB-71B3B1C8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361" y="1366343"/>
            <a:ext cx="7767277" cy="52523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93D1B77-F38F-43DF-B905-2B2DA1FAB7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C101F95D-D61E-4EC5-B150-0B26AE31C784}"/>
              </a:ext>
            </a:extLst>
          </p:cNvPr>
          <p:cNvSpPr txBox="1"/>
          <p:nvPr/>
        </p:nvSpPr>
        <p:spPr>
          <a:xfrm>
            <a:off x="5027406" y="425692"/>
            <a:ext cx="2137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 – PASSIVO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3.1 CIRCUNDANTE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CDD10D2-D27C-43BD-A83D-4BB5DB80E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3E91FF-5721-4377-B43A-2FED181DB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690" y="1420034"/>
            <a:ext cx="9284620" cy="52232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3426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16FFB1D-0388-47E0-8A1B-BD1B9E9BBEBE}"/>
              </a:ext>
            </a:extLst>
          </p:cNvPr>
          <p:cNvSpPr txBox="1"/>
          <p:nvPr/>
        </p:nvSpPr>
        <p:spPr>
          <a:xfrm>
            <a:off x="4725176" y="455746"/>
            <a:ext cx="2741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 – PASSIVO</a:t>
            </a:r>
          </a:p>
          <a:p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3.2 NÃO CIRCUNDANTE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F0CCCF-0BF4-4D31-955D-0186CC4BB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25D3C45-FDD5-4A98-8795-B826AD650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564" y="1608532"/>
            <a:ext cx="9734872" cy="47937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49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D5AAF94-9A99-410E-9DA8-9A2A0119A99E}"/>
              </a:ext>
            </a:extLst>
          </p:cNvPr>
          <p:cNvSpPr txBox="1"/>
          <p:nvPr/>
        </p:nvSpPr>
        <p:spPr>
          <a:xfrm>
            <a:off x="3910192" y="455313"/>
            <a:ext cx="4371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4- DEMONSTRAÇÃO DOS RESULTADOS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4.1 - INGRESSOS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D9EA02-86DD-49D3-ACF7-AACA14C19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3E2F1D-122F-4158-AB01-7031AB370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60" y="1339098"/>
            <a:ext cx="10116280" cy="51690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126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0EC4A5D-4FE7-4B80-851C-9BCB0739866C}"/>
              </a:ext>
            </a:extLst>
          </p:cNvPr>
          <p:cNvSpPr txBox="1"/>
          <p:nvPr/>
        </p:nvSpPr>
        <p:spPr>
          <a:xfrm>
            <a:off x="3949613" y="441896"/>
            <a:ext cx="4292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4- DEMONSTRAÇÃO DOS RESULTADOS</a:t>
            </a:r>
          </a:p>
          <a:p>
            <a:pPr algn="ctr"/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4.2 - CUSTOS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709102C-4215-419F-9192-8FFF2961D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A13CB04-2B69-4D71-8B0E-476F08736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50" y="1338360"/>
            <a:ext cx="9604299" cy="51903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1823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4E2A3FA7-16E7-42FB-A28F-4E6F25E99B27}"/>
              </a:ext>
            </a:extLst>
          </p:cNvPr>
          <p:cNvSpPr txBox="1"/>
          <p:nvPr/>
        </p:nvSpPr>
        <p:spPr>
          <a:xfrm>
            <a:off x="2642388" y="577034"/>
            <a:ext cx="6907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FuturaT" panose="020B0502020204020303" pitchFamily="34" charset="0"/>
              </a:rPr>
              <a:t>5. DEMONSTRAÇÃO DAS MUTAÇÕES DO PATRIMÔNIO SOCIAL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BFF2DF0-118F-4B4F-B20E-E38BF9473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7F7929F-FC0F-4488-9D55-BC1B3E8F0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86" y="1476900"/>
            <a:ext cx="10112225" cy="4959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597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5767DEF-2F19-4469-8150-BAFC0128A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836" y="318958"/>
            <a:ext cx="8152327" cy="6220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B5D7017-957E-4248-972C-BFD1742FB1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730" y="6146396"/>
            <a:ext cx="1597269" cy="7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89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477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60</Words>
  <Application>Microsoft Office PowerPoint</Application>
  <PresentationFormat>Widescreen</PresentationFormat>
  <Paragraphs>17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FuturaT</vt:lpstr>
      <vt:lpstr>Myriad Pro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Larissa</dc:creator>
  <cp:lastModifiedBy>Lidia</cp:lastModifiedBy>
  <cp:revision>11</cp:revision>
  <dcterms:created xsi:type="dcterms:W3CDTF">2021-07-23T20:09:35Z</dcterms:created>
  <dcterms:modified xsi:type="dcterms:W3CDTF">2021-07-29T17:44:54Z</dcterms:modified>
</cp:coreProperties>
</file>