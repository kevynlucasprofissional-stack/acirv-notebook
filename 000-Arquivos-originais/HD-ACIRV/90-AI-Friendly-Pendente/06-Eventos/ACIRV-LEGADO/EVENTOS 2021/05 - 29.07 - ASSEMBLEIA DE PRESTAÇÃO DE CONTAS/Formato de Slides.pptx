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101" d="100"/>
          <a:sy n="101" d="100"/>
        </p:scale>
        <p:origin x="114"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DA85-9E1A-4F27-8A41-197C73F086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id="{B59E616F-FDBE-48B2-98F5-93CCB048E9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26DC4ABB-5996-44A0-B274-C7125891079D}"/>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5" name="Footer Placeholder 4">
            <a:extLst>
              <a:ext uri="{FF2B5EF4-FFF2-40B4-BE49-F238E27FC236}">
                <a16:creationId xmlns:a16="http://schemas.microsoft.com/office/drawing/2014/main" id="{F3C56D5E-8CB9-4003-BA74-FDB6CC0BE888}"/>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491943EE-1D55-40DD-9C0E-58CB88E036F8}"/>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384415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3229-0658-458C-A944-64E843A3CA2F}"/>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C2238A81-7038-4D25-859A-7BAE467367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63A89AD9-0AA7-4FD4-BE8F-A8A4ACB12CB8}"/>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5" name="Footer Placeholder 4">
            <a:extLst>
              <a:ext uri="{FF2B5EF4-FFF2-40B4-BE49-F238E27FC236}">
                <a16:creationId xmlns:a16="http://schemas.microsoft.com/office/drawing/2014/main" id="{039EB94C-C492-4465-BC48-6159DA0E8344}"/>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7ED3B661-407B-44F2-A75A-ECC0D4F683EF}"/>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3264970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805A8-AD19-4EE7-ADC5-D0E68A87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5A3014AC-9144-42F7-88D9-C229DFF698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10760F-F568-4CE2-B020-90E43ADAC47A}"/>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5" name="Footer Placeholder 4">
            <a:extLst>
              <a:ext uri="{FF2B5EF4-FFF2-40B4-BE49-F238E27FC236}">
                <a16:creationId xmlns:a16="http://schemas.microsoft.com/office/drawing/2014/main" id="{A8A62E86-0B3B-49D5-88D8-F7902649F9F6}"/>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DAD8768C-7D9D-460E-B2A1-A6DA0900EC82}"/>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53764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231E-0872-48A5-9D6D-608B1DD3ECDD}"/>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F2BD9397-0CB7-46A3-B742-1F3750D974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id="{1C5BB853-4871-4F6D-B41D-B261BD680F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id="{445BF580-4F32-494E-9D37-B6888C281EA1}"/>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6" name="Footer Placeholder 5">
            <a:extLst>
              <a:ext uri="{FF2B5EF4-FFF2-40B4-BE49-F238E27FC236}">
                <a16:creationId xmlns:a16="http://schemas.microsoft.com/office/drawing/2014/main" id="{338DF65E-3458-4EE7-9C52-61E9D4C2C15E}"/>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83E44AEC-6D55-433A-B442-1560E829E464}"/>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304568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2E84-072C-474A-8E1D-89B2794D1E02}"/>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id="{B1E34912-CA47-4B07-972E-B24B79BE7C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A71FFF-9C7C-4004-963A-5DB9D38DD6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id="{349087F2-EEB6-4EAB-9DC9-BB1DDD428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52C8B1-9D90-42A8-B8C0-CEB9AC6F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id="{53B53041-8E1B-4E57-A934-547F491EC60A}"/>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8" name="Footer Placeholder 7">
            <a:extLst>
              <a:ext uri="{FF2B5EF4-FFF2-40B4-BE49-F238E27FC236}">
                <a16:creationId xmlns:a16="http://schemas.microsoft.com/office/drawing/2014/main" id="{58994560-051D-4FD9-9546-A8DCB3BBF87D}"/>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25E829A7-ACB5-40A8-A14F-9EEF3DF74AA6}"/>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242848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D21BE-EF5F-4B9E-AF57-C935B84F7492}"/>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id="{A2A534EA-BD9D-44CF-876F-1CB48C916F6B}"/>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4" name="Footer Placeholder 3">
            <a:extLst>
              <a:ext uri="{FF2B5EF4-FFF2-40B4-BE49-F238E27FC236}">
                <a16:creationId xmlns:a16="http://schemas.microsoft.com/office/drawing/2014/main" id="{205D6F6A-4870-47B1-A911-4B2D359199AC}"/>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DCF9F184-2D65-4030-9050-2546172D2AE9}"/>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129831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E9FE38-2EE2-471F-AA8C-282A1519B7D6}"/>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3" name="Footer Placeholder 2">
            <a:extLst>
              <a:ext uri="{FF2B5EF4-FFF2-40B4-BE49-F238E27FC236}">
                <a16:creationId xmlns:a16="http://schemas.microsoft.com/office/drawing/2014/main" id="{DD2F27DD-B25F-4122-AC64-A244D1528218}"/>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8555C6FD-F064-4DF0-99B2-2D219B7C4A08}"/>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1586446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D73A-A3AB-4924-A2A1-4EC9E88016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id="{E4FEF57E-5051-4ED7-89AD-8039ACC64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id="{A89B0E98-D87A-4A28-8983-4013F3053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2CC77B-8818-4C69-A745-EFF2237DAEAF}"/>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6" name="Footer Placeholder 5">
            <a:extLst>
              <a:ext uri="{FF2B5EF4-FFF2-40B4-BE49-F238E27FC236}">
                <a16:creationId xmlns:a16="http://schemas.microsoft.com/office/drawing/2014/main" id="{4C0A0265-2B24-4AE8-8199-60660E4D31B7}"/>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3E8FA668-6F5B-47FA-BD66-AE56B9D52D3F}"/>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2352661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ED244-0694-4DF8-A0D7-65AA761F4F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id="{3809BE22-21C9-4A40-A048-FA0AA599E2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id="{1B7999BD-8A38-42B3-BCAE-1843FD4782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2A3014-E901-4DC4-94BE-E9E1CACA5022}"/>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6" name="Footer Placeholder 5">
            <a:extLst>
              <a:ext uri="{FF2B5EF4-FFF2-40B4-BE49-F238E27FC236}">
                <a16:creationId xmlns:a16="http://schemas.microsoft.com/office/drawing/2014/main" id="{6590F0B6-36BF-41A7-B89E-C6B916D13234}"/>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B0FB8CEF-A9A1-4F9E-81AD-CDCF6636BF4B}"/>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2850628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5979B-A171-41CB-AC2D-0643FD05F199}"/>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5A4F4DBA-205B-413C-830B-8F3912785F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8575C516-3DC7-4022-A550-161621BF7F26}"/>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5" name="Footer Placeholder 4">
            <a:extLst>
              <a:ext uri="{FF2B5EF4-FFF2-40B4-BE49-F238E27FC236}">
                <a16:creationId xmlns:a16="http://schemas.microsoft.com/office/drawing/2014/main" id="{A5E65357-1E06-4B72-A6C1-FF25B25051D9}"/>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4FDB3E57-6EFC-4635-A147-98C0B9BB2841}"/>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2173461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02A4E7-5494-4596-809C-BC4A524FC3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D69B981B-E7A3-4447-A094-8FD93570CC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0428D7A0-289B-43BB-9F64-BF23238C51F7}"/>
              </a:ext>
            </a:extLst>
          </p:cNvPr>
          <p:cNvSpPr>
            <a:spLocks noGrp="1"/>
          </p:cNvSpPr>
          <p:nvPr>
            <p:ph type="dt" sz="half" idx="10"/>
          </p:nvPr>
        </p:nvSpPr>
        <p:spPr/>
        <p:txBody>
          <a:bodyPr/>
          <a:lstStyle/>
          <a:p>
            <a:fld id="{6C7D43BC-D364-40F3-AB16-00727F59284D}" type="datetimeFigureOut">
              <a:rPr lang="pt-BR" smtClean="0"/>
              <a:t>23/07/2021</a:t>
            </a:fld>
            <a:endParaRPr lang="pt-BR"/>
          </a:p>
        </p:txBody>
      </p:sp>
      <p:sp>
        <p:nvSpPr>
          <p:cNvPr id="5" name="Footer Placeholder 4">
            <a:extLst>
              <a:ext uri="{FF2B5EF4-FFF2-40B4-BE49-F238E27FC236}">
                <a16:creationId xmlns:a16="http://schemas.microsoft.com/office/drawing/2014/main" id="{2444AF97-4717-4758-9C28-7861E476E829}"/>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BBEBFC26-017D-4BC7-BE42-9B5914BB6102}"/>
              </a:ext>
            </a:extLst>
          </p:cNvPr>
          <p:cNvSpPr>
            <a:spLocks noGrp="1"/>
          </p:cNvSpPr>
          <p:nvPr>
            <p:ph type="sldNum" sz="quarter" idx="12"/>
          </p:nvPr>
        </p:nvSpPr>
        <p:spPr/>
        <p:txBody>
          <a:bodyPr/>
          <a:lstStyle/>
          <a:p>
            <a:fld id="{4E5731E8-9CB1-42E8-B46A-BB21898A22A2}" type="slidenum">
              <a:rPr lang="pt-BR" smtClean="0"/>
              <a:t>‹#›</a:t>
            </a:fld>
            <a:endParaRPr lang="pt-BR"/>
          </a:p>
        </p:txBody>
      </p:sp>
    </p:spTree>
    <p:extLst>
      <p:ext uri="{BB962C8B-B14F-4D97-AF65-F5344CB8AC3E}">
        <p14:creationId xmlns:p14="http://schemas.microsoft.com/office/powerpoint/2010/main" val="3489486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3A8EA2-60BB-444E-BB83-6727363C7D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id="{2B216FD7-51C1-4B4B-B6CC-A664F518F9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F13FA38E-B346-413A-AF7A-2A140EF690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7D43BC-D364-40F3-AB16-00727F59284D}" type="datetimeFigureOut">
              <a:rPr lang="pt-BR" smtClean="0"/>
              <a:t>23/07/2021</a:t>
            </a:fld>
            <a:endParaRPr lang="pt-BR"/>
          </a:p>
        </p:txBody>
      </p:sp>
      <p:sp>
        <p:nvSpPr>
          <p:cNvPr id="5" name="Footer Placeholder 4">
            <a:extLst>
              <a:ext uri="{FF2B5EF4-FFF2-40B4-BE49-F238E27FC236}">
                <a16:creationId xmlns:a16="http://schemas.microsoft.com/office/drawing/2014/main" id="{40392A9E-8FA4-4970-B0C8-F23FF313A6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a:extLst>
              <a:ext uri="{FF2B5EF4-FFF2-40B4-BE49-F238E27FC236}">
                <a16:creationId xmlns:a16="http://schemas.microsoft.com/office/drawing/2014/main" id="{B68868FB-0270-48F1-A915-6FAD019F28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731E8-9CB1-42E8-B46A-BB21898A22A2}" type="slidenum">
              <a:rPr lang="pt-BR" smtClean="0"/>
              <a:t>‹#›</a:t>
            </a:fld>
            <a:endParaRPr lang="pt-BR"/>
          </a:p>
        </p:txBody>
      </p:sp>
    </p:spTree>
    <p:extLst>
      <p:ext uri="{BB962C8B-B14F-4D97-AF65-F5344CB8AC3E}">
        <p14:creationId xmlns:p14="http://schemas.microsoft.com/office/powerpoint/2010/main" val="3788026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1441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9">
            <a:extLst>
              <a:ext uri="{FF2B5EF4-FFF2-40B4-BE49-F238E27FC236}">
                <a16:creationId xmlns:a16="http://schemas.microsoft.com/office/drawing/2014/main" id="{E9AC6DA9-CAF6-4DC0-B249-26496D7ECB97}"/>
              </a:ext>
            </a:extLst>
          </p:cNvPr>
          <p:cNvSpPr txBox="1">
            <a:spLocks/>
          </p:cNvSpPr>
          <p:nvPr/>
        </p:nvSpPr>
        <p:spPr>
          <a:xfrm>
            <a:off x="2676416" y="2306554"/>
            <a:ext cx="6839167" cy="1508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3000" b="1" dirty="0">
                <a:solidFill>
                  <a:schemeClr val="bg1"/>
                </a:solidFill>
                <a:latin typeface="Myriad Pro Black" panose="020B0903030403090204" pitchFamily="34" charset="0"/>
              </a:rPr>
              <a:t>Título Transição</a:t>
            </a:r>
          </a:p>
          <a:p>
            <a:pPr algn="ctr"/>
            <a:r>
              <a:rPr lang="pt-BR" sz="3000" b="1" dirty="0">
                <a:solidFill>
                  <a:schemeClr val="bg1"/>
                </a:solidFill>
                <a:latin typeface="Myriad Pro Black" panose="020B0903030403090204" pitchFamily="34" charset="0"/>
              </a:rPr>
              <a:t>de Assuntos</a:t>
            </a:r>
          </a:p>
        </p:txBody>
      </p:sp>
      <p:sp>
        <p:nvSpPr>
          <p:cNvPr id="5" name="Subtítulo 10">
            <a:extLst>
              <a:ext uri="{FF2B5EF4-FFF2-40B4-BE49-F238E27FC236}">
                <a16:creationId xmlns:a16="http://schemas.microsoft.com/office/drawing/2014/main" id="{53D5ACB5-CAC0-4685-B00B-6D1D79EFA8D1}"/>
              </a:ext>
            </a:extLst>
          </p:cNvPr>
          <p:cNvSpPr txBox="1">
            <a:spLocks/>
          </p:cNvSpPr>
          <p:nvPr/>
        </p:nvSpPr>
        <p:spPr>
          <a:xfrm>
            <a:off x="2527641" y="3678221"/>
            <a:ext cx="6959067"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dirty="0">
                <a:solidFill>
                  <a:srgbClr val="FFFF00"/>
                </a:solidFill>
                <a:latin typeface="Myriad Pro Black" panose="020B0903030403090204" pitchFamily="34" charset="0"/>
              </a:rPr>
              <a:t>SUBTÍTULO DE CAPA DE TRANSIÇÃO</a:t>
            </a:r>
          </a:p>
        </p:txBody>
      </p:sp>
    </p:spTree>
    <p:extLst>
      <p:ext uri="{BB962C8B-B14F-4D97-AF65-F5344CB8AC3E}">
        <p14:creationId xmlns:p14="http://schemas.microsoft.com/office/powerpoint/2010/main" val="1461332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aixaDeTexto 12">
            <a:extLst>
              <a:ext uri="{FF2B5EF4-FFF2-40B4-BE49-F238E27FC236}">
                <a16:creationId xmlns:a16="http://schemas.microsoft.com/office/drawing/2014/main" id="{2F72ECE0-633D-480F-BF6B-C93FF3FFE8E0}"/>
              </a:ext>
            </a:extLst>
          </p:cNvPr>
          <p:cNvSpPr txBox="1"/>
          <p:nvPr/>
        </p:nvSpPr>
        <p:spPr>
          <a:xfrm>
            <a:off x="963175" y="2279388"/>
            <a:ext cx="4282593" cy="2554545"/>
          </a:xfrm>
          <a:prstGeom prst="rect">
            <a:avLst/>
          </a:prstGeom>
          <a:noFill/>
        </p:spPr>
        <p:txBody>
          <a:bodyPr wrap="square" rtlCol="0">
            <a:spAutoFit/>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sz="1600" dirty="0">
                <a:latin typeface="Myriad Pro Light" panose="020B0603030403090204" pitchFamily="34" charset="0"/>
              </a:rPr>
              <a:t>Lorem ipsum dolor sit amet, consectetur adipiscing elit, sed do eiusmod tempor incididunt ut labore et dolore magna aliqua. Ut enim ad minim veniam, quis nostrud exercitation ullamco laboris nisi ut aliquip ex ea commodo consequat</a:t>
            </a:r>
            <a:r>
              <a:rPr lang="pt-BR" sz="1600" dirty="0">
                <a:solidFill>
                  <a:schemeClr val="accent1"/>
                </a:solidFill>
                <a:latin typeface="Myriad Pro Light" panose="020B0603030403090204" pitchFamily="34" charset="0"/>
              </a:rPr>
              <a:t>. Duis aute irure dolor in reprehenderit in voluptate velit esse cillum dolore eu fugiat nulla pariatur. Excepteur sint occaecat cupidatat non proident, sunt in culpa qui officia deserunt mollit anim id est laborum.</a:t>
            </a:r>
          </a:p>
        </p:txBody>
      </p:sp>
      <p:sp>
        <p:nvSpPr>
          <p:cNvPr id="5" name="CaixaDeTexto 3">
            <a:extLst>
              <a:ext uri="{FF2B5EF4-FFF2-40B4-BE49-F238E27FC236}">
                <a16:creationId xmlns:a16="http://schemas.microsoft.com/office/drawing/2014/main" id="{F83DF191-876B-4DE5-A065-F64DA5BE8089}"/>
              </a:ext>
            </a:extLst>
          </p:cNvPr>
          <p:cNvSpPr txBox="1"/>
          <p:nvPr/>
        </p:nvSpPr>
        <p:spPr>
          <a:xfrm>
            <a:off x="963175" y="1182108"/>
            <a:ext cx="10225767" cy="553998"/>
          </a:xfrm>
          <a:prstGeom prst="rect">
            <a:avLst/>
          </a:prstGeom>
          <a:noFill/>
        </p:spPr>
        <p:txBody>
          <a:bodyPr wrap="square" rtlCol="0" anchor="t">
            <a:spAutoFit/>
          </a:bodyPr>
          <a:lstStyle/>
          <a:p>
            <a:r>
              <a:rPr lang="pt-BR" sz="3000" dirty="0">
                <a:latin typeface="Myriad Pro Light" panose="020B0603030403090204" pitchFamily="34" charset="0"/>
                <a:ea typeface="+mn-lt"/>
                <a:cs typeface="+mn-lt"/>
              </a:rPr>
              <a:t>DIGITE O TÍTULO</a:t>
            </a:r>
          </a:p>
        </p:txBody>
      </p:sp>
      <p:sp>
        <p:nvSpPr>
          <p:cNvPr id="6" name="CaixaDeTexto 12">
            <a:extLst>
              <a:ext uri="{FF2B5EF4-FFF2-40B4-BE49-F238E27FC236}">
                <a16:creationId xmlns:a16="http://schemas.microsoft.com/office/drawing/2014/main" id="{55554C89-E16C-4E4D-A7B6-7A023727588A}"/>
              </a:ext>
            </a:extLst>
          </p:cNvPr>
          <p:cNvSpPr txBox="1"/>
          <p:nvPr/>
        </p:nvSpPr>
        <p:spPr>
          <a:xfrm>
            <a:off x="8183906" y="4703128"/>
            <a:ext cx="1636193" cy="261610"/>
          </a:xfrm>
          <a:prstGeom prst="rect">
            <a:avLst/>
          </a:prstGeom>
          <a:noFill/>
        </p:spPr>
        <p:txBody>
          <a:bodyPr wrap="square" rtlCol="0">
            <a:spAutoFit/>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sz="1100" dirty="0">
                <a:latin typeface="Conduit ITC ExtraLight" panose="02000506050000020003" pitchFamily="50" charset="0"/>
              </a:rPr>
              <a:t>Escreva sua legenda aqui</a:t>
            </a:r>
            <a:endParaRPr lang="pt-BR" sz="1100" dirty="0">
              <a:solidFill>
                <a:srgbClr val="F57711"/>
              </a:solidFill>
              <a:latin typeface="Conduit ITC ExtraLight" panose="02000506050000020003" pitchFamily="50" charset="0"/>
            </a:endParaRPr>
          </a:p>
        </p:txBody>
      </p:sp>
      <p:sp>
        <p:nvSpPr>
          <p:cNvPr id="7" name="Rectangle 6">
            <a:extLst>
              <a:ext uri="{FF2B5EF4-FFF2-40B4-BE49-F238E27FC236}">
                <a16:creationId xmlns:a16="http://schemas.microsoft.com/office/drawing/2014/main" id="{14CCEB8A-7118-4E14-B773-A1F66F91C109}"/>
              </a:ext>
            </a:extLst>
          </p:cNvPr>
          <p:cNvSpPr/>
          <p:nvPr/>
        </p:nvSpPr>
        <p:spPr>
          <a:xfrm>
            <a:off x="5972175" y="1295399"/>
            <a:ext cx="5591175" cy="328612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pt-BR" dirty="0"/>
              <a:t>FOTO</a:t>
            </a:r>
          </a:p>
        </p:txBody>
      </p:sp>
    </p:spTree>
    <p:extLst>
      <p:ext uri="{BB962C8B-B14F-4D97-AF65-F5344CB8AC3E}">
        <p14:creationId xmlns:p14="http://schemas.microsoft.com/office/powerpoint/2010/main" val="286101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321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97AF0-3E89-4574-B2BD-3D97FE1E07BE}"/>
              </a:ext>
            </a:extLst>
          </p:cNvPr>
          <p:cNvSpPr>
            <a:spLocks noGrp="1"/>
          </p:cNvSpPr>
          <p:nvPr>
            <p:ph type="ctrTitle"/>
          </p:nvPr>
        </p:nvSpPr>
        <p:spPr/>
        <p:txBody>
          <a:bodyPr>
            <a:normAutofit/>
          </a:bodyPr>
          <a:lstStyle/>
          <a:p>
            <a:r>
              <a:rPr lang="pt-BR" sz="9000" dirty="0">
                <a:solidFill>
                  <a:schemeClr val="bg1"/>
                </a:solidFill>
                <a:latin typeface="Myriad Pro Black" panose="020B0903030403090204" pitchFamily="34" charset="0"/>
              </a:rPr>
              <a:t>Obrigado!</a:t>
            </a:r>
          </a:p>
        </p:txBody>
      </p:sp>
    </p:spTree>
    <p:extLst>
      <p:ext uri="{BB962C8B-B14F-4D97-AF65-F5344CB8AC3E}">
        <p14:creationId xmlns:p14="http://schemas.microsoft.com/office/powerpoint/2010/main" val="2682726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96</Words>
  <Application>Microsoft Office PowerPoint</Application>
  <PresentationFormat>Widescreen</PresentationFormat>
  <Paragraphs>8</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Conduit ITC ExtraLight</vt:lpstr>
      <vt:lpstr>Myriad Pro Black</vt:lpstr>
      <vt:lpstr>Myriad Pro Light</vt:lpstr>
      <vt:lpstr>Office Theme</vt:lpstr>
      <vt:lpstr>PowerPoint Presentation</vt:lpstr>
      <vt:lpstr>PowerPoint Presentation</vt:lpstr>
      <vt:lpstr>PowerPoint Presentation</vt:lpstr>
      <vt:lpstr>PowerPoint Presentation</vt:lpstr>
      <vt:lpstr>Obrigado!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Larissa</dc:creator>
  <cp:lastModifiedBy>Larissa</cp:lastModifiedBy>
  <cp:revision>3</cp:revision>
  <dcterms:created xsi:type="dcterms:W3CDTF">2021-07-23T20:09:35Z</dcterms:created>
  <dcterms:modified xsi:type="dcterms:W3CDTF">2021-07-23T20:29:38Z</dcterms:modified>
</cp:coreProperties>
</file>