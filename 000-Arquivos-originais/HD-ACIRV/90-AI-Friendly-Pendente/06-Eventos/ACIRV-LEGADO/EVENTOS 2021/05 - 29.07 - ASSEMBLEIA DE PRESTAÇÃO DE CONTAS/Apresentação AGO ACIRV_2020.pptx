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notesMasterIdLst>
    <p:notesMasterId r:id="rId15"/>
  </p:notesMasterIdLst>
  <p:sldIdLst>
    <p:sldId id="271" r:id="rId2"/>
    <p:sldId id="279" r:id="rId3"/>
    <p:sldId id="283" r:id="rId4"/>
    <p:sldId id="272" r:id="rId5"/>
    <p:sldId id="273" r:id="rId6"/>
    <p:sldId id="276" r:id="rId7"/>
    <p:sldId id="274" r:id="rId8"/>
    <p:sldId id="282" r:id="rId9"/>
    <p:sldId id="275" r:id="rId10"/>
    <p:sldId id="277" r:id="rId11"/>
    <p:sldId id="280" r:id="rId12"/>
    <p:sldId id="281" r:id="rId13"/>
    <p:sldId id="278" r:id="rId14"/>
  </p:sldIdLst>
  <p:sldSz cx="9144000" cy="6858000" type="screen4x3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5" autoAdjust="0"/>
    <p:restoredTop sz="93829" autoAdjust="0"/>
  </p:normalViewPr>
  <p:slideViewPr>
    <p:cSldViewPr>
      <p:cViewPr varScale="1">
        <p:scale>
          <a:sx n="108" d="100"/>
          <a:sy n="108" d="100"/>
        </p:scale>
        <p:origin x="172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137" cy="495793"/>
          </a:xfrm>
          <a:prstGeom prst="rect">
            <a:avLst/>
          </a:prstGeom>
        </p:spPr>
        <p:txBody>
          <a:bodyPr vert="horz" lIns="87545" tIns="43772" rIns="87545" bIns="43772" rtlCol="0"/>
          <a:lstStyle>
            <a:lvl1pPr algn="l">
              <a:defRPr sz="11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777461" y="0"/>
            <a:ext cx="2890137" cy="495793"/>
          </a:xfrm>
          <a:prstGeom prst="rect">
            <a:avLst/>
          </a:prstGeom>
        </p:spPr>
        <p:txBody>
          <a:bodyPr vert="horz" lIns="87545" tIns="43772" rIns="87545" bIns="43772" rtlCol="0"/>
          <a:lstStyle>
            <a:lvl1pPr algn="r">
              <a:defRPr sz="1100"/>
            </a:lvl1pPr>
          </a:lstStyle>
          <a:p>
            <a:fld id="{773C2672-1D1C-471F-A6FA-D0673F64D33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545" tIns="43772" rIns="87545" bIns="43772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66611" y="4714653"/>
            <a:ext cx="5335867" cy="4466756"/>
          </a:xfrm>
          <a:prstGeom prst="rect">
            <a:avLst/>
          </a:prstGeom>
        </p:spPr>
        <p:txBody>
          <a:bodyPr vert="horz" lIns="87545" tIns="43772" rIns="87545" bIns="43772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890137" cy="495793"/>
          </a:xfrm>
          <a:prstGeom prst="rect">
            <a:avLst/>
          </a:prstGeom>
        </p:spPr>
        <p:txBody>
          <a:bodyPr vert="horz" lIns="87545" tIns="43772" rIns="87545" bIns="43772" rtlCol="0" anchor="b"/>
          <a:lstStyle>
            <a:lvl1pPr algn="l">
              <a:defRPr sz="11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777461" y="9429305"/>
            <a:ext cx="2890137" cy="495793"/>
          </a:xfrm>
          <a:prstGeom prst="rect">
            <a:avLst/>
          </a:prstGeom>
        </p:spPr>
        <p:txBody>
          <a:bodyPr vert="horz" lIns="87545" tIns="43772" rIns="87545" bIns="43772" rtlCol="0" anchor="b"/>
          <a:lstStyle>
            <a:lvl1pPr algn="r">
              <a:defRPr sz="1100"/>
            </a:lvl1pPr>
          </a:lstStyle>
          <a:p>
            <a:fld id="{4969B882-7AC4-4985-AE94-A2A38038DE3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267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850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344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243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731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567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6348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95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2229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018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311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373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797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7675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7062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0058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3010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583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2942BC2-2DCA-4AFC-8BD5-237AC5C2EB6E}" type="datetimeFigureOut">
              <a:rPr lang="pt-BR" smtClean="0"/>
              <a:pPr/>
              <a:t>22/07/2021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6E4B6AE-7023-4957-9240-69C82FB1EFB8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8464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25654" y="1167135"/>
            <a:ext cx="7416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latin typeface="Arial Black" pitchFamily="34" charset="0"/>
              </a:rPr>
              <a:t>ASSEMBLÉIA GERAL ORDINÁRIA - ACIRV </a:t>
            </a:r>
          </a:p>
          <a:p>
            <a:pPr algn="ctr"/>
            <a:endParaRPr lang="pt-BR" b="1" dirty="0">
              <a:latin typeface="Arial Black" pitchFamily="34" charset="0"/>
            </a:endParaRPr>
          </a:p>
          <a:p>
            <a:pPr algn="ctr"/>
            <a:r>
              <a:rPr lang="pt-BR" b="1" dirty="0">
                <a:latin typeface="Arial Black" pitchFamily="34" charset="0"/>
              </a:rPr>
              <a:t> 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956376" y="6165304"/>
            <a:ext cx="866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7286365" y="5137501"/>
            <a:ext cx="866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</p:txBody>
      </p:sp>
      <p:pic>
        <p:nvPicPr>
          <p:cNvPr id="9" name="Imagem 8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07736" y="5781031"/>
            <a:ext cx="1097280" cy="615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aixaDeTexto 1"/>
          <p:cNvSpPr txBox="1"/>
          <p:nvPr/>
        </p:nvSpPr>
        <p:spPr>
          <a:xfrm>
            <a:off x="1835696" y="4725145"/>
            <a:ext cx="5883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0225">
              <a:spcBef>
                <a:spcPts val="1100"/>
              </a:spcBef>
            </a:pPr>
            <a:r>
              <a:rPr lang="pt-BR" sz="1800" b="1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“Juntos somos mais capazes do que cada um de nós individualmente”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553" y="188640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BFD17BC-1E19-4EF0-89DD-32D9F6327BA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771800" y="2160747"/>
            <a:ext cx="2880320" cy="186918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123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763688" y="62068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4B11927-7E2A-49FA-BCE9-047172339796}"/>
              </a:ext>
            </a:extLst>
          </p:cNvPr>
          <p:cNvSpPr txBox="1"/>
          <p:nvPr/>
        </p:nvSpPr>
        <p:spPr>
          <a:xfrm>
            <a:off x="3707904" y="2060848"/>
            <a:ext cx="305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Inserir edital convocação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9892"/>
            <a:ext cx="7488833" cy="680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1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1763688" y="62068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4B11927-7E2A-49FA-BCE9-047172339796}"/>
              </a:ext>
            </a:extLst>
          </p:cNvPr>
          <p:cNvSpPr txBox="1"/>
          <p:nvPr/>
        </p:nvSpPr>
        <p:spPr>
          <a:xfrm>
            <a:off x="3707904" y="2060848"/>
            <a:ext cx="305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Inserir edital convocação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4623"/>
            <a:ext cx="8064896" cy="6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0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195736" y="1166022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1 – Evolução de Associados</a:t>
            </a:r>
          </a:p>
          <a:p>
            <a:endParaRPr lang="pt-BR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318" y="5805264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393" y="260648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804" y="1700808"/>
            <a:ext cx="4584589" cy="32006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399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000364" y="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2 - ATIVO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037" y="6072206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051720" y="642410"/>
            <a:ext cx="281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2.1 ATIVO CIRCULANTE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39140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9" y="1273000"/>
            <a:ext cx="7983301" cy="4312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399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000364" y="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2 - ATIVO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97" y="6242050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051720" y="642410"/>
            <a:ext cx="3472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2.2 ATIVO  NÃO CIRCULANTE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093" y="169287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067405"/>
            <a:ext cx="7767277" cy="52523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08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23928" y="571480"/>
            <a:ext cx="1729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3 – PASSIVO</a:t>
            </a:r>
          </a:p>
          <a:p>
            <a:r>
              <a:rPr lang="pt-BR" b="1" dirty="0"/>
              <a:t>3.1 Circulante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6133008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093" y="169287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9" y="1183400"/>
            <a:ext cx="7983301" cy="4491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399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923928" y="571480"/>
            <a:ext cx="2265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3 – PASSIVO</a:t>
            </a:r>
          </a:p>
          <a:p>
            <a:r>
              <a:rPr lang="pt-BR" b="1" dirty="0"/>
              <a:t>3.2 Não Circulante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6133008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093" y="169287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555778"/>
            <a:ext cx="7983301" cy="3931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490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979712" y="185148"/>
            <a:ext cx="4464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4- DEMONSTRAÇÃO DO RESULTADO</a:t>
            </a:r>
          </a:p>
          <a:p>
            <a:endParaRPr lang="pt-BR" b="1" dirty="0"/>
          </a:p>
          <a:p>
            <a:r>
              <a:rPr lang="pt-BR" b="1" dirty="0"/>
              <a:t>4.1 - INGRESSOS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402" y="6114524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99212"/>
            <a:ext cx="184785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268760"/>
            <a:ext cx="8745751" cy="4468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399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890639" y="174286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4- DEMONSTRAÇÃO DO RESULTADO</a:t>
            </a:r>
          </a:p>
          <a:p>
            <a:r>
              <a:rPr lang="pt-BR" b="1" dirty="0"/>
              <a:t>4.2 - CUSTOS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575" y="6149561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650" y="111688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24" y="1065800"/>
            <a:ext cx="8745751" cy="4726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25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51520" y="462734"/>
            <a:ext cx="7537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5. DEMONTRAÇÃO DAS MUTAÇÕES DO PATRIMONIO SOCIAL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5949280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75575"/>
            <a:ext cx="184785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62" y="1301000"/>
            <a:ext cx="8678476" cy="4256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059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5949280"/>
            <a:ext cx="1096963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32656"/>
            <a:ext cx="184785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2" y="1196752"/>
            <a:ext cx="6502323" cy="4961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06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627784" y="5013176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AGRADECEMOS À ATENÇÃO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052736"/>
            <a:ext cx="6264697" cy="367240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311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tia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2358</TotalTime>
  <Words>79</Words>
  <Application>Microsoft Office PowerPoint</Application>
  <PresentationFormat>Apresentação na tela (4:3)</PresentationFormat>
  <Paragraphs>22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Century Gothic</vt:lpstr>
      <vt:lpstr>Times New Roman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Extreme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Dr.Martulio</dc:creator>
  <cp:lastModifiedBy>Ana Rosa</cp:lastModifiedBy>
  <cp:revision>111</cp:revision>
  <cp:lastPrinted>2020-10-21T19:57:42Z</cp:lastPrinted>
  <dcterms:created xsi:type="dcterms:W3CDTF">2010-03-15T00:33:04Z</dcterms:created>
  <dcterms:modified xsi:type="dcterms:W3CDTF">2021-07-22T18:16:58Z</dcterms:modified>
</cp:coreProperties>
</file>