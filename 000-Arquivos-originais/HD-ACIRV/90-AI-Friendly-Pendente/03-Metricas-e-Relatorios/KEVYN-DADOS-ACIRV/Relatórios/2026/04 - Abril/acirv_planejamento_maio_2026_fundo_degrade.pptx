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093CA76-AF89-4F0B-816C-0448B0EB91D3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BDDDD3-978E-457A-B6C7-B945FCE4AD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E847BA-B158-4F06-AB05-4DC307A4F9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1A7C7C-D951-4372-B92D-288165CE63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EB26E4-8CBD-4DD3-9679-3994E11495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2EBD5D-32C6-46AB-A225-0DADF799F7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6DA9EB-6B39-409D-9BAE-264A6A66CE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C5F683D-49AE-43E5-9003-5A2BA4CA34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735F01-966D-4B98-98C0-55B74B3EE9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9FD4AC-BB6A-4D8F-B232-25629FC535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6957BF-78DD-478E-897D-B94A0BFF6A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C8D58E-C633-4F28-8C4E-D7D2F217B9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F1D612-B8FD-4F35-9A64-644F916A46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" name=""/>
          <p:cNvGrpSpPr/>
          <p:nvPr/>
        </p:nvGrpSpPr>
        <p:grpSpPr>
          <a:xfrm>
            <a:off x="868680" y="2432880"/>
            <a:ext cx="10514880" cy="1992600"/>
            <a:chOff x="868680" y="2432880"/>
            <a:chExt cx="10514880" cy="1992600"/>
          </a:xfrm>
        </p:grpSpPr>
        <p:sp>
          <p:nvSpPr>
            <p:cNvPr id="12" name="Text 0"/>
            <p:cNvSpPr/>
            <p:nvPr/>
          </p:nvSpPr>
          <p:spPr>
            <a:xfrm>
              <a:off x="868680" y="2432880"/>
              <a:ext cx="10514880" cy="68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rm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4200" b="1" u="none" strike="noStrike">
                  <a:solidFill>
                    <a:srgbClr val="FFFFFF"/>
                  </a:solidFill>
                  <a:effectLst/>
                  <a:uFillTx/>
                  <a:latin typeface="Aptos Display"/>
                  <a:ea typeface="Aptos Display"/>
                </a:rPr>
                <a:t>ACIRV</a:t>
              </a:r>
              <a:endParaRPr lang="pt-BR" sz="4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Text 1"/>
            <p:cNvSpPr/>
            <p:nvPr/>
          </p:nvSpPr>
          <p:spPr>
            <a:xfrm>
              <a:off x="868680" y="3328920"/>
              <a:ext cx="10514880" cy="50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rm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3000" b="0" u="none" strike="noStrike">
                  <a:solidFill>
                    <a:srgbClr val="FFFFFF"/>
                  </a:solidFill>
                  <a:effectLst/>
                  <a:uFillTx/>
                  <a:latin typeface="Aptos Display"/>
                  <a:ea typeface="Aptos Display"/>
                </a:rPr>
                <a:t>Planejamento de Maio 2026</a:t>
              </a:r>
              <a:endParaRPr lang="pt-BR" sz="3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Text 2"/>
            <p:cNvSpPr/>
            <p:nvPr/>
          </p:nvSpPr>
          <p:spPr>
            <a:xfrm>
              <a:off x="868680" y="4014720"/>
              <a:ext cx="10514880" cy="41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rmAutofit/>
            </a:bodyPr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100" b="0" u="none" strike="noStrike">
                  <a:solidFill>
                    <a:srgbClr val="FFFFFF"/>
                  </a:solidFill>
                  <a:effectLst/>
                  <a:uFillTx/>
                  <a:latin typeface="Aptos"/>
                  <a:ea typeface="Aptos"/>
                </a:rPr>
                <a:t>Campanha 2 · Eu Faço Parte do Movimento</a:t>
              </a:r>
              <a:endParaRPr lang="pt-BR" sz="2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0"/>
          <p:cNvSpPr/>
          <p:nvPr/>
        </p:nvSpPr>
        <p:spPr>
          <a:xfrm>
            <a:off x="822960" y="1005840"/>
            <a:ext cx="105148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Parte 1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Planejamento Estratégico de Maio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0"/>
          <p:cNvSpPr/>
          <p:nvPr/>
        </p:nvSpPr>
        <p:spPr>
          <a:xfrm>
            <a:off x="567000" y="29268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Objetivo Estratégico do Mês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566640" y="84096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868680" y="1554480"/>
            <a:ext cx="1046916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Maio é o mês do reconhecimento emocional.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 associado precisa sentir que pertence, não apenas receber um certificado. Toda a estratégia converge para um único movimento: fazer o empresário de Rio Verde orgulhosamente dizer “Eu faço parte disso.”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566640" y="647388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0"/>
          <p:cNvSpPr/>
          <p:nvPr/>
        </p:nvSpPr>
        <p:spPr>
          <a:xfrm>
            <a:off x="567000" y="29268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Pilares Estratégicos Ativos em Maio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566640" y="84096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67000" y="1234440"/>
            <a:ext cx="2239560" cy="5022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Pilar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2807280" y="1234440"/>
            <a:ext cx="8823240" cy="5022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Papel em Maio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567000" y="1737360"/>
            <a:ext cx="2239560" cy="10965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Pertencimento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2807280" y="1737360"/>
            <a:ext cx="8823240" cy="10965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PILAR PRINCIPAL — Toda a campanha orbita o sentimento de identidade coletiva da associação.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567000" y="2834640"/>
            <a:ext cx="2239560" cy="9594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Resultados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2807280" y="2834640"/>
            <a:ext cx="8823240" cy="9594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Cases de sucesso, matérias de impacto e dados que provam o valor da ACIRV.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567000" y="3794760"/>
            <a:ext cx="2239560" cy="9594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Proximidade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2807280" y="3794760"/>
            <a:ext cx="8823240" cy="9594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Café entre Amigos edição temática — presença no dia a dia do empresário.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567000" y="4754880"/>
            <a:ext cx="223956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Captação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2807280" y="4754880"/>
            <a:ext cx="882324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Sustentação dos anúncios da Campanha 1 e conversão via depoimentos como criativo.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0"/>
          <p:cNvSpPr/>
          <p:nvPr/>
        </p:nvSpPr>
        <p:spPr>
          <a:xfrm>
            <a:off x="822960" y="1005840"/>
            <a:ext cx="1051488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Calendário Semanal de Ações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0"/>
          <p:cNvSpPr/>
          <p:nvPr/>
        </p:nvSpPr>
        <p:spPr>
          <a:xfrm>
            <a:off x="567000" y="29268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Semana 1 · 1–4 mai  |  Lançamento da Campanha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566640" y="84096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567000" y="1207080"/>
            <a:ext cx="23310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Canal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2898720" y="1207080"/>
            <a:ext cx="87318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567000" y="1645920"/>
            <a:ext cx="23310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Instagram / Facebook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2898720" y="1645920"/>
            <a:ext cx="87318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Vídeo de abertura da campanha (Reels) com presidente da ACIRV — discurso de pertencimento. Publicar terça ou quarta, 10h–12h.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567000" y="3127320"/>
            <a:ext cx="23310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WhatsApp Associados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2898720" y="3127320"/>
            <a:ext cx="87318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Mensagem direta ao grupo exclusivo com chamada para participar da campanha e retirar o certificado.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567000" y="4425840"/>
            <a:ext cx="23310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E-mail Marketing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2898720" y="4425840"/>
            <a:ext cx="87318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Disparo para base completa: apresentação da campanha e convite para envio de depoimento em vídeo.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0"/>
          <p:cNvSpPr/>
          <p:nvPr/>
        </p:nvSpPr>
        <p:spPr>
          <a:xfrm>
            <a:off x="567000" y="29268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Semana 2 · 5–11 mai  |  Depoimentos e Impacto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"/>
          <p:cNvSpPr/>
          <p:nvPr/>
        </p:nvSpPr>
        <p:spPr>
          <a:xfrm>
            <a:off x="566640" y="84096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567000" y="1207080"/>
            <a:ext cx="23310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Canal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2898720" y="1207080"/>
            <a:ext cx="87318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567000" y="1645920"/>
            <a:ext cx="23310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Conteúdo Orgânico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2898720" y="1645920"/>
            <a:ext cx="87318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1º depoimento em vídeo de associado, formato Reels, com nome e empresa visíveis. Linha “Empresário Inspirador”.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567000" y="3127320"/>
            <a:ext cx="23310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Tráfego Pago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2898720" y="3127320"/>
            <a:ext cx="87318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Ativar retargeting com depoimento do associado para quem visitou o perfil nos últimos 30 dias, Meta Ads.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567000" y="4425840"/>
            <a:ext cx="23310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Blog / Assessoria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2898720" y="4425840"/>
            <a:ext cx="87318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Matéria: “Como a ACIRV ajudou X empresas a crescer em Rio Verde”, com dados reais. Distribuir via portal e redes.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0"/>
          <p:cNvSpPr/>
          <p:nvPr/>
        </p:nvSpPr>
        <p:spPr>
          <a:xfrm>
            <a:off x="567000" y="29268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Semana 3 · 12–18 mai  |  Entrega dos Certificados + Café entre Amigos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566640" y="84096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567000" y="1207080"/>
            <a:ext cx="23310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Canal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2898720" y="1207080"/>
            <a:ext cx="87318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567000" y="1645920"/>
            <a:ext cx="23310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Evento Presencial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2898720" y="1645920"/>
            <a:ext cx="87318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Café entre Amigos, edição temática pertencimento. Entrega do certificado “Aqui tem ACIRV” e do selo digital.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567000" y="3127320"/>
            <a:ext cx="23310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Cobertura Digital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2898720" y="3127320"/>
            <a:ext cx="87318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Stories ao vivo do evento, boomerangs da entrega do certificado, repost de associados que usarem o selo.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567000" y="4425840"/>
            <a:ext cx="23310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Conteúdo Orgânico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2898720" y="4425840"/>
            <a:ext cx="87318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2º depoimento em vídeo, foco em segmento diferente do primeiro (diversidade de mercados).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0"/>
          <p:cNvSpPr/>
          <p:nvPr/>
        </p:nvSpPr>
        <p:spPr>
          <a:xfrm>
            <a:off x="567000" y="29268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Semana 4 · 19–25 mai  |  Amplificação e Prova Social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566640" y="84096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567000" y="1207080"/>
            <a:ext cx="23310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Canal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2898720" y="1207080"/>
            <a:ext cx="87318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567000" y="1645920"/>
            <a:ext cx="23310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UGC / Prova Social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2898720" y="1645920"/>
            <a:ext cx="87318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Repost e valorização pública dos associados que publicaram com o selo #EuFaçoParteDoMovimento.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567000" y="3127320"/>
            <a:ext cx="23310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Matéria de Impacto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2898720" y="3127320"/>
            <a:ext cx="87318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Publicar resultados quantitativos do mês: certificados entregues, adesões ao selo, depoimentos coletados.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567000" y="4425840"/>
            <a:ext cx="23310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Tráfego Pago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2898720" y="4425840"/>
            <a:ext cx="87318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Anúncio de conversão para novos associados com criativo baseado no depoimento mais engajado do mês.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0"/>
          <p:cNvSpPr/>
          <p:nvPr/>
        </p:nvSpPr>
        <p:spPr>
          <a:xfrm>
            <a:off x="567000" y="29268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Semana 5 · 26–31 mai  |  Encerramento e Passagem para Junho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566640" y="84096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567000" y="1207080"/>
            <a:ext cx="23310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Canal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2898720" y="1207080"/>
            <a:ext cx="8731800" cy="43812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567000" y="1645920"/>
            <a:ext cx="23310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Feed Instagram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2898720" y="1645920"/>
            <a:ext cx="8731800" cy="148068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Post de balanço: “Maio foi o mês do pertencimento” — fotos, números, rostos do mês.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567000" y="3127320"/>
            <a:ext cx="23310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E-mail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2898720" y="3127320"/>
            <a:ext cx="8731800" cy="129780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ACIRV News de maio: conquistas, nomes dos participantes da campanha, agenda de junho.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567000" y="4425840"/>
            <a:ext cx="23310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Preparação Junho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2898720" y="4425840"/>
            <a:ext cx="8731800" cy="144396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Briefing interno para 2ª Rodada Conecta ACIRV e Congresso Mulher Especial.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0"/>
          <p:cNvSpPr/>
          <p:nvPr/>
        </p:nvSpPr>
        <p:spPr>
          <a:xfrm>
            <a:off x="567000" y="29268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KPIs de Acompanhamento — Maio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566640" y="84096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567000" y="201168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Certificados Entregues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2779920" y="201168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Uso do Selo Digital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4992480" y="201168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Depoimentos Coletados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7205400" y="201168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Engajamento Instagram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9418320" y="201168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Abertura de E-mail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567000" y="306324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100% da base ativa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2779920" y="306324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30%+ dos associados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4992480" y="306324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 a 8 vídeos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7205400" y="306324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+15% vs. mês anterior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9418320" y="3063240"/>
            <a:ext cx="2212200" cy="1050840"/>
          </a:xfrm>
          <a:prstGeom prst="rect">
            <a:avLst/>
          </a:prstGeom>
          <a:solidFill>
            <a:srgbClr val="0D1DB0">
              <a:alpha val="42000"/>
            </a:srgbClr>
          </a:solidFill>
          <a:ln w="9525">
            <a:solidFill>
              <a:srgbClr val="FFFF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30%+ (meta do plano)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0" descr="/mnt/data/degradê com linhas (2).png"/>
          <p:cNvPicPr/>
          <p:nvPr/>
        </p:nvPicPr>
        <p:blipFill>
          <a:blip r:embed="rId1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0"/>
          <p:cNvSpPr/>
          <p:nvPr/>
        </p:nvSpPr>
        <p:spPr>
          <a:xfrm>
            <a:off x="567000" y="292680"/>
            <a:ext cx="11063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Ponto de atenção estratégico</a:t>
            </a:r>
            <a:endParaRPr lang="pt-BR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566640" y="84096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868680" y="1600200"/>
            <a:ext cx="104691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 certificado não é o fim, é o começo da narrativa. A entrega precisa ser um momento fotografável e compartilhável. Pense em cenário, banner, iluminação. O objetivo é que o associado queira publicar no próprio Instagramcada certificado se torna mídia espontânea para a ACIRV.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566640" y="6473880"/>
            <a:ext cx="11064240" cy="360"/>
          </a:xfrm>
          <a:prstGeom prst="line">
            <a:avLst/>
          </a:prstGeom>
          <a:ln w="12700">
            <a:solidFill>
              <a:srgbClr val="FFFF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LibreOffice/26.2.1.2$Windows_X86_64 LibreOffice_project/620$Build-2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2026-05-06T20:56:15Z</dcterms:created>
  <dc:creator>OpenAI</dc:creator>
  <dc:description/>
  <dc:language>pt-BR</dc:language>
  <cp:lastModifiedBy/>
  <cp:lastPrinted>2026-05-06T18:01:40Z</cp:lastPrinted>
  <dcterms:modified xsi:type="dcterms:W3CDTF">2026-05-07T09:49:42Z</dcterms:modified>
  <cp:revision>3</cp:revision>
  <dc:subject>ACIRV - planejamento maio 2026</dc:subject>
  <dc:title>ACIRV - Planejamento de Maio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