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Arial Black"/>
      <p:regular r:id="rId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ArialBla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flowChartPunchedCard">
            <a:avLst/>
          </a:prstGeom>
          <a:solidFill>
            <a:srgbClr val="204F7A"/>
          </a:solidFill>
          <a:ln cap="flat" cmpd="sng" w="12700">
            <a:solidFill>
              <a:srgbClr val="204F7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Clique para obter Opções" id="85" name="Google Shape;85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sudoexpo.com.br/img/acirvlogo.png" id="86" name="Google Shape;86;p13"/>
          <p:cNvPicPr preferRelativeResize="0"/>
          <p:nvPr/>
        </p:nvPicPr>
        <p:blipFill rotWithShape="1">
          <a:blip r:embed="rId3">
            <a:alphaModFix/>
          </a:blip>
          <a:srcRect b="21393" l="0" r="0" t="0"/>
          <a:stretch/>
        </p:blipFill>
        <p:spPr>
          <a:xfrm>
            <a:off x="0" y="1"/>
            <a:ext cx="1678675" cy="52782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279561" y="79246"/>
            <a:ext cx="95561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Reunião da Diretoria  Acirv- Pauta Provisória</a:t>
            </a:r>
            <a:endParaRPr b="0" i="1" sz="2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21180" y="1084949"/>
            <a:ext cx="10406131" cy="5217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07h00 às 07h30 – Café da Manhã;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07h30 às 07h35 – Abertura da Reunião- Jacqueline Zaiden;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07h35 às 07h50 – Prêmio/Empresários do Ano 2015- Jacqueline Zaiden;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07h50 às 08h00 – Relatório Financeiro- Januário Lima;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08h00 às 08h10 – Relatório Comercial- Jacqueline Zaiden;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08h10 às 08h45 – Renúncia Fiscal- Edson Alves;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08h45 às 09h00 - Meios de Comunicação Acirv (Site, Facebook, Jornal do Empresário)- Darisdei Dias;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09h00 às 09h15 – Fórum de Recursos Humanos- Angelo Landim;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09h15 às 09h30 – 1ª Câmara de Conciliação e Arbitragem de Rio Verde- Jacqueline Zaiden e Dra. Ana Paula;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09h30 às 09h40 – Banco Intermedium - Jacqueline Zaiden;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09h40 às 09h45 – Agenda de participação em Eventos mês de julho- Mariana Ribeiro;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09h45 às 10h00 – Palavra Livre;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10h00 – Encerramento- Jacqueline Zaiden.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162565" y="654763"/>
            <a:ext cx="1077350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Veja a 2ª pauta provisória da reunião da diretoria, que será realizada dia 11 de agosto de 2015.</a:t>
            </a:r>
            <a:endParaRPr b="1" i="0" sz="16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2742985" y="558018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79938" y="6083268"/>
            <a:ext cx="108887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Caso você queira sugerir a inclusão de algum tema para a pauta, envie para </a:t>
            </a:r>
            <a:r>
              <a:rPr b="0" i="0" lang="pt-BR" sz="1600" u="sng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acirv@acirv.com.br.</a:t>
            </a:r>
            <a:endParaRPr b="0" i="0" sz="1600" u="sng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